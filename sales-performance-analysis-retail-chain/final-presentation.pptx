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notesSlides/notesSlide1.xml" ContentType="application/vnd.openxmlformats-officedocument.presentationml.notesSlide+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28"/>
  </p:notesMasterIdLst>
  <p:sldIdLst>
    <p:sldId id="282" r:id="rId2"/>
    <p:sldId id="256" r:id="rId3"/>
    <p:sldId id="257" r:id="rId4"/>
    <p:sldId id="259" r:id="rId5"/>
    <p:sldId id="258" r:id="rId6"/>
    <p:sldId id="260" r:id="rId7"/>
    <p:sldId id="261" r:id="rId8"/>
    <p:sldId id="277" r:id="rId9"/>
    <p:sldId id="262" r:id="rId10"/>
    <p:sldId id="263" r:id="rId11"/>
    <p:sldId id="264" r:id="rId12"/>
    <p:sldId id="265" r:id="rId13"/>
    <p:sldId id="266" r:id="rId14"/>
    <p:sldId id="278" r:id="rId15"/>
    <p:sldId id="267" r:id="rId16"/>
    <p:sldId id="279" r:id="rId17"/>
    <p:sldId id="268" r:id="rId18"/>
    <p:sldId id="280" r:id="rId19"/>
    <p:sldId id="269" r:id="rId20"/>
    <p:sldId id="281" r:id="rId21"/>
    <p:sldId id="270" r:id="rId22"/>
    <p:sldId id="271" r:id="rId23"/>
    <p:sldId id="272" r:id="rId24"/>
    <p:sldId id="273" r:id="rId25"/>
    <p:sldId id="275" r:id="rId26"/>
    <p:sldId id="27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geeta srinivasan" initials="ss" lastIdx="10" clrIdx="0">
    <p:extLst>
      <p:ext uri="{19B8F6BF-5375-455C-9EA6-DF929625EA0E}">
        <p15:presenceInfo xmlns:p15="http://schemas.microsoft.com/office/powerpoint/2012/main" userId="ae16b587ac2706c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53BB6F-CE84-5C49-BF2D-B184320F0BB5}" v="94" dt="2024-04-23T01:56:59.6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75"/>
    <p:restoredTop sz="94720"/>
  </p:normalViewPr>
  <p:slideViewPr>
    <p:cSldViewPr snapToGrid="0">
      <p:cViewPr varScale="1">
        <p:scale>
          <a:sx n="71" d="100"/>
          <a:sy n="71" d="100"/>
        </p:scale>
        <p:origin x="168" y="328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geeta srinivasan" userId="ae16b587ac2706cb" providerId="LiveId" clId="{2453BB6F-CE84-5C49-BF2D-B184320F0BB5}"/>
    <pc:docChg chg="undo custSel addSld delSld modSld sldOrd modMainMaster">
      <pc:chgData name="sangeeta srinivasan" userId="ae16b587ac2706cb" providerId="LiveId" clId="{2453BB6F-CE84-5C49-BF2D-B184320F0BB5}" dt="2024-04-23T15:22:36.448" v="1938" actId="20577"/>
      <pc:docMkLst>
        <pc:docMk/>
      </pc:docMkLst>
      <pc:sldChg chg="addSp delSp modSp mod ord setBg modClrScheme addCm modCm chgLayout">
        <pc:chgData name="sangeeta srinivasan" userId="ae16b587ac2706cb" providerId="LiveId" clId="{2453BB6F-CE84-5C49-BF2D-B184320F0BB5}" dt="2024-04-23T15:17:10.287" v="1366" actId="20578"/>
        <pc:sldMkLst>
          <pc:docMk/>
          <pc:sldMk cId="2931476068" sldId="256"/>
        </pc:sldMkLst>
        <pc:spChg chg="add mod ord">
          <ac:chgData name="sangeeta srinivasan" userId="ae16b587ac2706cb" providerId="LiveId" clId="{2453BB6F-CE84-5C49-BF2D-B184320F0BB5}" dt="2024-04-22T23:30:29.111" v="13" actId="26606"/>
          <ac:spMkLst>
            <pc:docMk/>
            <pc:sldMk cId="2931476068" sldId="256"/>
            <ac:spMk id="2" creationId="{E728A2CB-4C34-B1C3-BCA2-B7D7966EB811}"/>
          </ac:spMkLst>
        </pc:spChg>
        <pc:spChg chg="add mod ord">
          <ac:chgData name="sangeeta srinivasan" userId="ae16b587ac2706cb" providerId="LiveId" clId="{2453BB6F-CE84-5C49-BF2D-B184320F0BB5}" dt="2024-04-22T23:30:29.111" v="13" actId="26606"/>
          <ac:spMkLst>
            <pc:docMk/>
            <pc:sldMk cId="2931476068" sldId="256"/>
            <ac:spMk id="3" creationId="{195C9D9B-29FB-BA59-D1D5-D7213551ADCF}"/>
          </ac:spMkLst>
        </pc:spChg>
        <pc:spChg chg="add del">
          <ac:chgData name="sangeeta srinivasan" userId="ae16b587ac2706cb" providerId="LiveId" clId="{2453BB6F-CE84-5C49-BF2D-B184320F0BB5}" dt="2024-04-22T23:33:46.012" v="17" actId="22"/>
          <ac:spMkLst>
            <pc:docMk/>
            <pc:sldMk cId="2931476068" sldId="256"/>
            <ac:spMk id="5" creationId="{50E68557-F40E-F802-5BD7-3F018BC08E32}"/>
          </ac:spMkLst>
        </pc:spChg>
        <pc:spChg chg="del mod ord">
          <ac:chgData name="sangeeta srinivasan" userId="ae16b587ac2706cb" providerId="LiveId" clId="{2453BB6F-CE84-5C49-BF2D-B184320F0BB5}" dt="2024-04-22T23:17:05.888" v="0" actId="700"/>
          <ac:spMkLst>
            <pc:docMk/>
            <pc:sldMk cId="2931476068" sldId="256"/>
            <ac:spMk id="6" creationId="{F640A420-7E93-864E-7237-2E366EDAE721}"/>
          </ac:spMkLst>
        </pc:spChg>
        <pc:spChg chg="del mod ord">
          <ac:chgData name="sangeeta srinivasan" userId="ae16b587ac2706cb" providerId="LiveId" clId="{2453BB6F-CE84-5C49-BF2D-B184320F0BB5}" dt="2024-04-22T23:17:05.888" v="0" actId="700"/>
          <ac:spMkLst>
            <pc:docMk/>
            <pc:sldMk cId="2931476068" sldId="256"/>
            <ac:spMk id="7" creationId="{32F2ADBE-D9FF-2793-D832-D29785E2F1F4}"/>
          </ac:spMkLst>
        </pc:spChg>
        <pc:spChg chg="add del mod">
          <ac:chgData name="sangeeta srinivasan" userId="ae16b587ac2706cb" providerId="LiveId" clId="{2453BB6F-CE84-5C49-BF2D-B184320F0BB5}" dt="2024-04-23T00:19:51.387" v="246" actId="478"/>
          <ac:spMkLst>
            <pc:docMk/>
            <pc:sldMk cId="2931476068" sldId="256"/>
            <ac:spMk id="9" creationId="{8DB0BD5F-3AE3-5FD0-CBFC-0B313171D853}"/>
          </ac:spMkLst>
        </pc:spChg>
        <pc:spChg chg="add del mod">
          <ac:chgData name="sangeeta srinivasan" userId="ae16b587ac2706cb" providerId="LiveId" clId="{2453BB6F-CE84-5C49-BF2D-B184320F0BB5}" dt="2024-04-23T00:07:41.761" v="202"/>
          <ac:spMkLst>
            <pc:docMk/>
            <pc:sldMk cId="2931476068" sldId="256"/>
            <ac:spMk id="10" creationId="{72A01868-0BFD-48DC-6461-813B95E2ACE8}"/>
          </ac:spMkLst>
        </pc:spChg>
        <pc:spChg chg="add del">
          <ac:chgData name="sangeeta srinivasan" userId="ae16b587ac2706cb" providerId="LiveId" clId="{2453BB6F-CE84-5C49-BF2D-B184320F0BB5}" dt="2024-04-22T23:30:29.111" v="13" actId="26606"/>
          <ac:spMkLst>
            <pc:docMk/>
            <pc:sldMk cId="2931476068" sldId="256"/>
            <ac:spMk id="1031" creationId="{9B7AD9F6-8CE7-4299-8FC6-328F4DCD3FF9}"/>
          </ac:spMkLst>
        </pc:spChg>
        <pc:spChg chg="add del">
          <ac:chgData name="sangeeta srinivasan" userId="ae16b587ac2706cb" providerId="LiveId" clId="{2453BB6F-CE84-5C49-BF2D-B184320F0BB5}" dt="2024-04-22T23:30:29.111" v="13" actId="26606"/>
          <ac:spMkLst>
            <pc:docMk/>
            <pc:sldMk cId="2931476068" sldId="256"/>
            <ac:spMk id="1033" creationId="{F49775AF-8896-43EE-92C6-83497D6DC56F}"/>
          </ac:spMkLst>
        </pc:spChg>
        <pc:picChg chg="add del mod">
          <ac:chgData name="sangeeta srinivasan" userId="ae16b587ac2706cb" providerId="LiveId" clId="{2453BB6F-CE84-5C49-BF2D-B184320F0BB5}" dt="2024-04-22T23:33:42.047" v="15" actId="478"/>
          <ac:picMkLst>
            <pc:docMk/>
            <pc:sldMk cId="2931476068" sldId="256"/>
            <ac:picMk id="1026" creationId="{64F8E7B7-0D54-D0FC-E5B2-B0A9D9DDECA2}"/>
          </ac:picMkLst>
        </pc:picChg>
        <pc:picChg chg="add mod">
          <ac:chgData name="sangeeta srinivasan" userId="ae16b587ac2706cb" providerId="LiveId" clId="{2453BB6F-CE84-5C49-BF2D-B184320F0BB5}" dt="2024-04-22T23:44:30.288" v="134" actId="1076"/>
          <ac:picMkLst>
            <pc:docMk/>
            <pc:sldMk cId="2931476068" sldId="256"/>
            <ac:picMk id="1028" creationId="{773423C6-7FDD-BCD0-407C-1EF070DF0FA8}"/>
          </ac:picMkLst>
        </pc:picChg>
      </pc:sldChg>
      <pc:sldChg chg="addSp delSp modSp new mod addCm modCm">
        <pc:chgData name="sangeeta srinivasan" userId="ae16b587ac2706cb" providerId="LiveId" clId="{2453BB6F-CE84-5C49-BF2D-B184320F0BB5}" dt="2024-04-23T00:39:51.193" v="353" actId="20577"/>
        <pc:sldMkLst>
          <pc:docMk/>
          <pc:sldMk cId="473396290" sldId="257"/>
        </pc:sldMkLst>
        <pc:spChg chg="mod">
          <ac:chgData name="sangeeta srinivasan" userId="ae16b587ac2706cb" providerId="LiveId" clId="{2453BB6F-CE84-5C49-BF2D-B184320F0BB5}" dt="2024-04-22T23:36:28.821" v="43" actId="20577"/>
          <ac:spMkLst>
            <pc:docMk/>
            <pc:sldMk cId="473396290" sldId="257"/>
            <ac:spMk id="2" creationId="{7913B8DD-61E1-757A-4429-B01A52D1D840}"/>
          </ac:spMkLst>
        </pc:spChg>
        <pc:spChg chg="mod">
          <ac:chgData name="sangeeta srinivasan" userId="ae16b587ac2706cb" providerId="LiveId" clId="{2453BB6F-CE84-5C49-BF2D-B184320F0BB5}" dt="2024-04-23T00:39:51.193" v="353" actId="20577"/>
          <ac:spMkLst>
            <pc:docMk/>
            <pc:sldMk cId="473396290" sldId="257"/>
            <ac:spMk id="3" creationId="{79DC3C78-4448-4D1D-97E7-E642B12828B1}"/>
          </ac:spMkLst>
        </pc:spChg>
        <pc:spChg chg="add del">
          <ac:chgData name="sangeeta srinivasan" userId="ae16b587ac2706cb" providerId="LiveId" clId="{2453BB6F-CE84-5C49-BF2D-B184320F0BB5}" dt="2024-04-23T00:01:01.001" v="184" actId="22"/>
          <ac:spMkLst>
            <pc:docMk/>
            <pc:sldMk cId="473396290" sldId="257"/>
            <ac:spMk id="5" creationId="{95A14E5E-159B-C58E-99BD-478B751E2342}"/>
          </ac:spMkLst>
        </pc:spChg>
        <pc:spChg chg="add mod">
          <ac:chgData name="sangeeta srinivasan" userId="ae16b587ac2706cb" providerId="LiveId" clId="{2453BB6F-CE84-5C49-BF2D-B184320F0BB5}" dt="2024-04-23T00:02:04.807" v="187"/>
          <ac:spMkLst>
            <pc:docMk/>
            <pc:sldMk cId="473396290" sldId="257"/>
            <ac:spMk id="6" creationId="{13070937-8AF0-C501-1D5B-4FB782ECD7EC}"/>
          </ac:spMkLst>
        </pc:spChg>
        <pc:picChg chg="add del mod">
          <ac:chgData name="sangeeta srinivasan" userId="ae16b587ac2706cb" providerId="LiveId" clId="{2453BB6F-CE84-5C49-BF2D-B184320F0BB5}" dt="2024-04-22T23:48:19.803" v="144" actId="478"/>
          <ac:picMkLst>
            <pc:docMk/>
            <pc:sldMk cId="473396290" sldId="257"/>
            <ac:picMk id="2050" creationId="{2B724495-36EB-2431-EB15-C8D7A29A364D}"/>
          </ac:picMkLst>
        </pc:picChg>
        <pc:picChg chg="add mod">
          <ac:chgData name="sangeeta srinivasan" userId="ae16b587ac2706cb" providerId="LiveId" clId="{2453BB6F-CE84-5C49-BF2D-B184320F0BB5}" dt="2024-04-22T23:52:31.751" v="154" actId="1076"/>
          <ac:picMkLst>
            <pc:docMk/>
            <pc:sldMk cId="473396290" sldId="257"/>
            <ac:picMk id="2052" creationId="{1D664A93-5AFD-A8B1-7204-BD3D1FB0C539}"/>
          </ac:picMkLst>
        </pc:picChg>
      </pc:sldChg>
      <pc:sldChg chg="addSp delSp modSp new mod addCm modCm">
        <pc:chgData name="sangeeta srinivasan" userId="ae16b587ac2706cb" providerId="LiveId" clId="{2453BB6F-CE84-5C49-BF2D-B184320F0BB5}" dt="2024-04-23T15:16:38.380" v="1364" actId="20577"/>
        <pc:sldMkLst>
          <pc:docMk/>
          <pc:sldMk cId="3679956043" sldId="258"/>
        </pc:sldMkLst>
        <pc:spChg chg="mod">
          <ac:chgData name="sangeeta srinivasan" userId="ae16b587ac2706cb" providerId="LiveId" clId="{2453BB6F-CE84-5C49-BF2D-B184320F0BB5}" dt="2024-04-22T23:52:50.402" v="167" actId="20577"/>
          <ac:spMkLst>
            <pc:docMk/>
            <pc:sldMk cId="3679956043" sldId="258"/>
            <ac:spMk id="2" creationId="{6D8CE448-B479-4286-6380-B6FF4983CFB6}"/>
          </ac:spMkLst>
        </pc:spChg>
        <pc:spChg chg="mod">
          <ac:chgData name="sangeeta srinivasan" userId="ae16b587ac2706cb" providerId="LiveId" clId="{2453BB6F-CE84-5C49-BF2D-B184320F0BB5}" dt="2024-04-23T15:16:38.380" v="1364" actId="20577"/>
          <ac:spMkLst>
            <pc:docMk/>
            <pc:sldMk cId="3679956043" sldId="258"/>
            <ac:spMk id="3" creationId="{60901865-9A23-42C4-7876-F5CBED683023}"/>
          </ac:spMkLst>
        </pc:spChg>
        <pc:spChg chg="add del mod">
          <ac:chgData name="sangeeta srinivasan" userId="ae16b587ac2706cb" providerId="LiveId" clId="{2453BB6F-CE84-5C49-BF2D-B184320F0BB5}" dt="2024-04-23T00:21:25.462" v="256" actId="478"/>
          <ac:spMkLst>
            <pc:docMk/>
            <pc:sldMk cId="3679956043" sldId="258"/>
            <ac:spMk id="4" creationId="{1E370742-C655-A7D2-CCFB-E8DBA75B0A98}"/>
          </ac:spMkLst>
        </pc:spChg>
        <pc:spChg chg="add del mod">
          <ac:chgData name="sangeeta srinivasan" userId="ae16b587ac2706cb" providerId="LiveId" clId="{2453BB6F-CE84-5C49-BF2D-B184320F0BB5}" dt="2024-04-23T00:00:56.709" v="182"/>
          <ac:spMkLst>
            <pc:docMk/>
            <pc:sldMk cId="3679956043" sldId="258"/>
            <ac:spMk id="5" creationId="{08CA9470-7003-2F7D-FB91-B68099FDF82C}"/>
          </ac:spMkLst>
        </pc:spChg>
        <pc:picChg chg="add mod">
          <ac:chgData name="sangeeta srinivasan" userId="ae16b587ac2706cb" providerId="LiveId" clId="{2453BB6F-CE84-5C49-BF2D-B184320F0BB5}" dt="2024-04-22T23:58:51.092" v="173" actId="1076"/>
          <ac:picMkLst>
            <pc:docMk/>
            <pc:sldMk cId="3679956043" sldId="258"/>
            <ac:picMk id="3074" creationId="{8882E48B-A805-FFC8-16B8-7D843F2165A9}"/>
          </ac:picMkLst>
        </pc:picChg>
      </pc:sldChg>
      <pc:sldChg chg="addSp delSp modSp new mod ord modClrScheme addCm modCm chgLayout">
        <pc:chgData name="sangeeta srinivasan" userId="ae16b587ac2706cb" providerId="LiveId" clId="{2453BB6F-CE84-5C49-BF2D-B184320F0BB5}" dt="2024-04-23T00:25:34.378" v="262" actId="1589"/>
        <pc:sldMkLst>
          <pc:docMk/>
          <pc:sldMk cId="1627446654" sldId="259"/>
        </pc:sldMkLst>
        <pc:spChg chg="del mod ord">
          <ac:chgData name="sangeeta srinivasan" userId="ae16b587ac2706cb" providerId="LiveId" clId="{2453BB6F-CE84-5C49-BF2D-B184320F0BB5}" dt="2024-04-23T00:04:44.982" v="195" actId="700"/>
          <ac:spMkLst>
            <pc:docMk/>
            <pc:sldMk cId="1627446654" sldId="259"/>
            <ac:spMk id="2" creationId="{17F08781-9066-1694-E98F-E0EBDF5C0624}"/>
          </ac:spMkLst>
        </pc:spChg>
        <pc:spChg chg="del mod ord">
          <ac:chgData name="sangeeta srinivasan" userId="ae16b587ac2706cb" providerId="LiveId" clId="{2453BB6F-CE84-5C49-BF2D-B184320F0BB5}" dt="2024-04-23T00:04:44.982" v="195" actId="700"/>
          <ac:spMkLst>
            <pc:docMk/>
            <pc:sldMk cId="1627446654" sldId="259"/>
            <ac:spMk id="3" creationId="{5649C770-8BF9-C95B-40B1-73918255A7F4}"/>
          </ac:spMkLst>
        </pc:spChg>
        <pc:spChg chg="add mod ord">
          <ac:chgData name="sangeeta srinivasan" userId="ae16b587ac2706cb" providerId="LiveId" clId="{2453BB6F-CE84-5C49-BF2D-B184320F0BB5}" dt="2024-04-23T00:11:08.381" v="235" actId="20577"/>
          <ac:spMkLst>
            <pc:docMk/>
            <pc:sldMk cId="1627446654" sldId="259"/>
            <ac:spMk id="4" creationId="{F42FFDDC-01E6-5016-000F-0899E7F93B20}"/>
          </ac:spMkLst>
        </pc:spChg>
        <pc:spChg chg="add del mod ord">
          <ac:chgData name="sangeeta srinivasan" userId="ae16b587ac2706cb" providerId="LiveId" clId="{2453BB6F-CE84-5C49-BF2D-B184320F0BB5}" dt="2024-04-23T00:08:29.440" v="214" actId="478"/>
          <ac:spMkLst>
            <pc:docMk/>
            <pc:sldMk cId="1627446654" sldId="259"/>
            <ac:spMk id="5" creationId="{E206F1C1-BEC5-08FC-80F5-4FFBD1CC52A5}"/>
          </ac:spMkLst>
        </pc:spChg>
        <pc:spChg chg="add del mod">
          <ac:chgData name="sangeeta srinivasan" userId="ae16b587ac2706cb" providerId="LiveId" clId="{2453BB6F-CE84-5C49-BF2D-B184320F0BB5}" dt="2024-04-23T00:19:05.351" v="242" actId="478"/>
          <ac:spMkLst>
            <pc:docMk/>
            <pc:sldMk cId="1627446654" sldId="259"/>
            <ac:spMk id="6" creationId="{3ACB9ED7-2DF9-4272-9CAD-75FEC852B0A2}"/>
          </ac:spMkLst>
        </pc:spChg>
        <pc:picChg chg="add mod">
          <ac:chgData name="sangeeta srinivasan" userId="ae16b587ac2706cb" providerId="LiveId" clId="{2453BB6F-CE84-5C49-BF2D-B184320F0BB5}" dt="2024-04-23T00:18:44.265" v="240" actId="1076"/>
          <ac:picMkLst>
            <pc:docMk/>
            <pc:sldMk cId="1627446654" sldId="259"/>
            <ac:picMk id="4098" creationId="{478A4099-8E3E-30DA-07D0-F0CF543F827B}"/>
          </ac:picMkLst>
        </pc:picChg>
      </pc:sldChg>
      <pc:sldChg chg="addSp delSp modSp add mod addCm modCm">
        <pc:chgData name="sangeeta srinivasan" userId="ae16b587ac2706cb" providerId="LiveId" clId="{2453BB6F-CE84-5C49-BF2D-B184320F0BB5}" dt="2024-04-23T01:23:16.373" v="385"/>
        <pc:sldMkLst>
          <pc:docMk/>
          <pc:sldMk cId="2918927677" sldId="260"/>
        </pc:sldMkLst>
        <pc:picChg chg="add mod">
          <ac:chgData name="sangeeta srinivasan" userId="ae16b587ac2706cb" providerId="LiveId" clId="{2453BB6F-CE84-5C49-BF2D-B184320F0BB5}" dt="2024-04-23T01:22:18.013" v="382" actId="1076"/>
          <ac:picMkLst>
            <pc:docMk/>
            <pc:sldMk cId="2918927677" sldId="260"/>
            <ac:picMk id="2" creationId="{36B8D1DF-6615-DA86-8A6C-3AA5548DCD70}"/>
          </ac:picMkLst>
        </pc:picChg>
        <pc:picChg chg="add del mod">
          <ac:chgData name="sangeeta srinivasan" userId="ae16b587ac2706cb" providerId="LiveId" clId="{2453BB6F-CE84-5C49-BF2D-B184320F0BB5}" dt="2024-04-23T01:22:10.489" v="380" actId="478"/>
          <ac:picMkLst>
            <pc:docMk/>
            <pc:sldMk cId="2918927677" sldId="260"/>
            <ac:picMk id="5122" creationId="{39ED8213-4289-3E61-34A8-FF0E3E35E8BD}"/>
          </ac:picMkLst>
        </pc:picChg>
      </pc:sldChg>
      <pc:sldChg chg="addSp delSp modSp new mod modClrScheme chgLayout">
        <pc:chgData name="sangeeta srinivasan" userId="ae16b587ac2706cb" providerId="LiveId" clId="{2453BB6F-CE84-5C49-BF2D-B184320F0BB5}" dt="2024-04-23T15:16:31.275" v="1363" actId="20577"/>
        <pc:sldMkLst>
          <pc:docMk/>
          <pc:sldMk cId="589556653" sldId="261"/>
        </pc:sldMkLst>
        <pc:spChg chg="del mod ord">
          <ac:chgData name="sangeeta srinivasan" userId="ae16b587ac2706cb" providerId="LiveId" clId="{2453BB6F-CE84-5C49-BF2D-B184320F0BB5}" dt="2024-04-23T00:25:55.930" v="264" actId="700"/>
          <ac:spMkLst>
            <pc:docMk/>
            <pc:sldMk cId="589556653" sldId="261"/>
            <ac:spMk id="2" creationId="{F88CF678-5F2A-50A5-0CDE-99BF36BC3AFA}"/>
          </ac:spMkLst>
        </pc:spChg>
        <pc:spChg chg="del mod ord">
          <ac:chgData name="sangeeta srinivasan" userId="ae16b587ac2706cb" providerId="LiveId" clId="{2453BB6F-CE84-5C49-BF2D-B184320F0BB5}" dt="2024-04-23T00:25:55.930" v="264" actId="700"/>
          <ac:spMkLst>
            <pc:docMk/>
            <pc:sldMk cId="589556653" sldId="261"/>
            <ac:spMk id="3" creationId="{5E401598-2DD4-5389-B6DF-4C6894E04BEF}"/>
          </ac:spMkLst>
        </pc:spChg>
        <pc:spChg chg="add mod ord">
          <ac:chgData name="sangeeta srinivasan" userId="ae16b587ac2706cb" providerId="LiveId" clId="{2453BB6F-CE84-5C49-BF2D-B184320F0BB5}" dt="2024-04-23T03:25:17.052" v="928" actId="20577"/>
          <ac:spMkLst>
            <pc:docMk/>
            <pc:sldMk cId="589556653" sldId="261"/>
            <ac:spMk id="4" creationId="{F15DC2DD-53EF-AD02-C14D-F3F37423A3C2}"/>
          </ac:spMkLst>
        </pc:spChg>
        <pc:spChg chg="add mod ord">
          <ac:chgData name="sangeeta srinivasan" userId="ae16b587ac2706cb" providerId="LiveId" clId="{2453BB6F-CE84-5C49-BF2D-B184320F0BB5}" dt="2024-04-23T15:16:31.275" v="1363" actId="20577"/>
          <ac:spMkLst>
            <pc:docMk/>
            <pc:sldMk cId="589556653" sldId="261"/>
            <ac:spMk id="5" creationId="{28072E42-DDEE-F140-AB06-21CFED9B6549}"/>
          </ac:spMkLst>
        </pc:spChg>
      </pc:sldChg>
      <pc:sldChg chg="modSp add mod">
        <pc:chgData name="sangeeta srinivasan" userId="ae16b587ac2706cb" providerId="LiveId" clId="{2453BB6F-CE84-5C49-BF2D-B184320F0BB5}" dt="2024-04-23T15:16:20.838" v="1361" actId="20577"/>
        <pc:sldMkLst>
          <pc:docMk/>
          <pc:sldMk cId="1801327396" sldId="262"/>
        </pc:sldMkLst>
        <pc:spChg chg="mod">
          <ac:chgData name="sangeeta srinivasan" userId="ae16b587ac2706cb" providerId="LiveId" clId="{2453BB6F-CE84-5C49-BF2D-B184320F0BB5}" dt="2024-04-23T09:22:20.776" v="1126" actId="20577"/>
          <ac:spMkLst>
            <pc:docMk/>
            <pc:sldMk cId="1801327396" sldId="262"/>
            <ac:spMk id="4" creationId="{F15DC2DD-53EF-AD02-C14D-F3F37423A3C2}"/>
          </ac:spMkLst>
        </pc:spChg>
        <pc:spChg chg="mod">
          <ac:chgData name="sangeeta srinivasan" userId="ae16b587ac2706cb" providerId="LiveId" clId="{2453BB6F-CE84-5C49-BF2D-B184320F0BB5}" dt="2024-04-23T15:16:20.838" v="1361" actId="20577"/>
          <ac:spMkLst>
            <pc:docMk/>
            <pc:sldMk cId="1801327396" sldId="262"/>
            <ac:spMk id="5" creationId="{28072E42-DDEE-F140-AB06-21CFED9B6549}"/>
          </ac:spMkLst>
        </pc:spChg>
      </pc:sldChg>
      <pc:sldChg chg="modSp add mod">
        <pc:chgData name="sangeeta srinivasan" userId="ae16b587ac2706cb" providerId="LiveId" clId="{2453BB6F-CE84-5C49-BF2D-B184320F0BB5}" dt="2024-04-23T15:16:15.816" v="1360" actId="20577"/>
        <pc:sldMkLst>
          <pc:docMk/>
          <pc:sldMk cId="259869774" sldId="263"/>
        </pc:sldMkLst>
        <pc:spChg chg="mod">
          <ac:chgData name="sangeeta srinivasan" userId="ae16b587ac2706cb" providerId="LiveId" clId="{2453BB6F-CE84-5C49-BF2D-B184320F0BB5}" dt="2024-04-23T00:34:13.658" v="321"/>
          <ac:spMkLst>
            <pc:docMk/>
            <pc:sldMk cId="259869774" sldId="263"/>
            <ac:spMk id="4" creationId="{F15DC2DD-53EF-AD02-C14D-F3F37423A3C2}"/>
          </ac:spMkLst>
        </pc:spChg>
        <pc:spChg chg="mod">
          <ac:chgData name="sangeeta srinivasan" userId="ae16b587ac2706cb" providerId="LiveId" clId="{2453BB6F-CE84-5C49-BF2D-B184320F0BB5}" dt="2024-04-23T15:16:15.816" v="1360" actId="20577"/>
          <ac:spMkLst>
            <pc:docMk/>
            <pc:sldMk cId="259869774" sldId="263"/>
            <ac:spMk id="5" creationId="{28072E42-DDEE-F140-AB06-21CFED9B6549}"/>
          </ac:spMkLst>
        </pc:spChg>
      </pc:sldChg>
      <pc:sldChg chg="modSp add mod">
        <pc:chgData name="sangeeta srinivasan" userId="ae16b587ac2706cb" providerId="LiveId" clId="{2453BB6F-CE84-5C49-BF2D-B184320F0BB5}" dt="2024-04-23T15:16:10.934" v="1359" actId="20577"/>
        <pc:sldMkLst>
          <pc:docMk/>
          <pc:sldMk cId="3424903173" sldId="264"/>
        </pc:sldMkLst>
        <pc:spChg chg="mod">
          <ac:chgData name="sangeeta srinivasan" userId="ae16b587ac2706cb" providerId="LiveId" clId="{2453BB6F-CE84-5C49-BF2D-B184320F0BB5}" dt="2024-04-23T15:09:42.997" v="1144" actId="14100"/>
          <ac:spMkLst>
            <pc:docMk/>
            <pc:sldMk cId="3424903173" sldId="264"/>
            <ac:spMk id="4" creationId="{F15DC2DD-53EF-AD02-C14D-F3F37423A3C2}"/>
          </ac:spMkLst>
        </pc:spChg>
        <pc:spChg chg="mod">
          <ac:chgData name="sangeeta srinivasan" userId="ae16b587ac2706cb" providerId="LiveId" clId="{2453BB6F-CE84-5C49-BF2D-B184320F0BB5}" dt="2024-04-23T15:16:10.934" v="1359" actId="20577"/>
          <ac:spMkLst>
            <pc:docMk/>
            <pc:sldMk cId="3424903173" sldId="264"/>
            <ac:spMk id="5" creationId="{28072E42-DDEE-F140-AB06-21CFED9B6549}"/>
          </ac:spMkLst>
        </pc:spChg>
      </pc:sldChg>
      <pc:sldChg chg="new del">
        <pc:chgData name="sangeeta srinivasan" userId="ae16b587ac2706cb" providerId="LiveId" clId="{2453BB6F-CE84-5C49-BF2D-B184320F0BB5}" dt="2024-04-23T00:44:30.492" v="361" actId="680"/>
        <pc:sldMkLst>
          <pc:docMk/>
          <pc:sldMk cId="1559618492" sldId="265"/>
        </pc:sldMkLst>
      </pc:sldChg>
      <pc:sldChg chg="addSp delSp modSp add mod ord addCm modCm">
        <pc:chgData name="sangeeta srinivasan" userId="ae16b587ac2706cb" providerId="LiveId" clId="{2453BB6F-CE84-5C49-BF2D-B184320F0BB5}" dt="2024-04-23T01:25:41.316" v="387" actId="20578"/>
        <pc:sldMkLst>
          <pc:docMk/>
          <pc:sldMk cId="3773865157" sldId="265"/>
        </pc:sldMkLst>
        <pc:spChg chg="mod">
          <ac:chgData name="sangeeta srinivasan" userId="ae16b587ac2706cb" providerId="LiveId" clId="{2453BB6F-CE84-5C49-BF2D-B184320F0BB5}" dt="2024-04-23T00:44:54.187" v="371" actId="20577"/>
          <ac:spMkLst>
            <pc:docMk/>
            <pc:sldMk cId="3773865157" sldId="265"/>
            <ac:spMk id="4" creationId="{F42FFDDC-01E6-5016-000F-0899E7F93B20}"/>
          </ac:spMkLst>
        </pc:spChg>
        <pc:picChg chg="add mod">
          <ac:chgData name="sangeeta srinivasan" userId="ae16b587ac2706cb" providerId="LiveId" clId="{2453BB6F-CE84-5C49-BF2D-B184320F0BB5}" dt="2024-04-23T01:18:29.027" v="377" actId="1076"/>
          <ac:picMkLst>
            <pc:docMk/>
            <pc:sldMk cId="3773865157" sldId="265"/>
            <ac:picMk id="3" creationId="{810773B5-4953-DEB8-8A25-6343780FF13E}"/>
          </ac:picMkLst>
        </pc:picChg>
        <pc:picChg chg="del">
          <ac:chgData name="sangeeta srinivasan" userId="ae16b587ac2706cb" providerId="LiveId" clId="{2453BB6F-CE84-5C49-BF2D-B184320F0BB5}" dt="2024-04-23T01:17:16.263" v="372" actId="478"/>
          <ac:picMkLst>
            <pc:docMk/>
            <pc:sldMk cId="3773865157" sldId="265"/>
            <ac:picMk id="5122" creationId="{39ED8213-4289-3E61-34A8-FF0E3E35E8BD}"/>
          </ac:picMkLst>
        </pc:picChg>
      </pc:sldChg>
      <pc:sldChg chg="modSp add mod">
        <pc:chgData name="sangeeta srinivasan" userId="ae16b587ac2706cb" providerId="LiveId" clId="{2453BB6F-CE84-5C49-BF2D-B184320F0BB5}" dt="2024-04-23T15:11:11.591" v="1171" actId="20577"/>
        <pc:sldMkLst>
          <pc:docMk/>
          <pc:sldMk cId="3264607538" sldId="266"/>
        </pc:sldMkLst>
        <pc:spChg chg="mod">
          <ac:chgData name="sangeeta srinivasan" userId="ae16b587ac2706cb" providerId="LiveId" clId="{2453BB6F-CE84-5C49-BF2D-B184320F0BB5}" dt="2024-04-23T15:11:11.591" v="1171" actId="20577"/>
          <ac:spMkLst>
            <pc:docMk/>
            <pc:sldMk cId="3264607538" sldId="266"/>
            <ac:spMk id="4" creationId="{F15DC2DD-53EF-AD02-C14D-F3F37423A3C2}"/>
          </ac:spMkLst>
        </pc:spChg>
        <pc:spChg chg="mod">
          <ac:chgData name="sangeeta srinivasan" userId="ae16b587ac2706cb" providerId="LiveId" clId="{2453BB6F-CE84-5C49-BF2D-B184320F0BB5}" dt="2024-04-23T15:10:09.342" v="1147" actId="20577"/>
          <ac:spMkLst>
            <pc:docMk/>
            <pc:sldMk cId="3264607538" sldId="266"/>
            <ac:spMk id="5" creationId="{28072E42-DDEE-F140-AB06-21CFED9B6549}"/>
          </ac:spMkLst>
        </pc:spChg>
      </pc:sldChg>
      <pc:sldChg chg="modSp add mod replId">
        <pc:chgData name="sangeeta srinivasan" userId="ae16b587ac2706cb" providerId="LiveId" clId="{2453BB6F-CE84-5C49-BF2D-B184320F0BB5}" dt="2024-04-23T15:12:43.058" v="1223" actId="20577"/>
        <pc:sldMkLst>
          <pc:docMk/>
          <pc:sldMk cId="2054632987" sldId="267"/>
        </pc:sldMkLst>
        <pc:spChg chg="mod">
          <ac:chgData name="sangeeta srinivasan" userId="ae16b587ac2706cb" providerId="LiveId" clId="{2453BB6F-CE84-5C49-BF2D-B184320F0BB5}" dt="2024-04-23T15:12:31.096" v="1222" actId="20577"/>
          <ac:spMkLst>
            <pc:docMk/>
            <pc:sldMk cId="2054632987" sldId="267"/>
            <ac:spMk id="4" creationId="{F15DC2DD-53EF-AD02-C14D-F3F37423A3C2}"/>
          </ac:spMkLst>
        </pc:spChg>
        <pc:spChg chg="mod">
          <ac:chgData name="sangeeta srinivasan" userId="ae16b587ac2706cb" providerId="LiveId" clId="{2453BB6F-CE84-5C49-BF2D-B184320F0BB5}" dt="2024-04-23T15:12:43.058" v="1223" actId="20577"/>
          <ac:spMkLst>
            <pc:docMk/>
            <pc:sldMk cId="2054632987" sldId="267"/>
            <ac:spMk id="5" creationId="{28072E42-DDEE-F140-AB06-21CFED9B6549}"/>
          </ac:spMkLst>
        </pc:spChg>
      </pc:sldChg>
      <pc:sldChg chg="modSp add mod replId">
        <pc:chgData name="sangeeta srinivasan" userId="ae16b587ac2706cb" providerId="LiveId" clId="{2453BB6F-CE84-5C49-BF2D-B184320F0BB5}" dt="2024-04-23T15:14:14.399" v="1267" actId="20577"/>
        <pc:sldMkLst>
          <pc:docMk/>
          <pc:sldMk cId="1423872771" sldId="268"/>
        </pc:sldMkLst>
        <pc:spChg chg="mod">
          <ac:chgData name="sangeeta srinivasan" userId="ae16b587ac2706cb" providerId="LiveId" clId="{2453BB6F-CE84-5C49-BF2D-B184320F0BB5}" dt="2024-04-23T15:14:08.319" v="1266" actId="27636"/>
          <ac:spMkLst>
            <pc:docMk/>
            <pc:sldMk cId="1423872771" sldId="268"/>
            <ac:spMk id="4" creationId="{F15DC2DD-53EF-AD02-C14D-F3F37423A3C2}"/>
          </ac:spMkLst>
        </pc:spChg>
        <pc:spChg chg="mod">
          <ac:chgData name="sangeeta srinivasan" userId="ae16b587ac2706cb" providerId="LiveId" clId="{2453BB6F-CE84-5C49-BF2D-B184320F0BB5}" dt="2024-04-23T15:14:14.399" v="1267" actId="20577"/>
          <ac:spMkLst>
            <pc:docMk/>
            <pc:sldMk cId="1423872771" sldId="268"/>
            <ac:spMk id="5" creationId="{28072E42-DDEE-F140-AB06-21CFED9B6549}"/>
          </ac:spMkLst>
        </pc:spChg>
      </pc:sldChg>
      <pc:sldChg chg="modSp add mod ord replId">
        <pc:chgData name="sangeeta srinivasan" userId="ae16b587ac2706cb" providerId="LiveId" clId="{2453BB6F-CE84-5C49-BF2D-B184320F0BB5}" dt="2024-04-23T15:15:02.625" v="1326" actId="20577"/>
        <pc:sldMkLst>
          <pc:docMk/>
          <pc:sldMk cId="2775303649" sldId="269"/>
        </pc:sldMkLst>
        <pc:spChg chg="mod">
          <ac:chgData name="sangeeta srinivasan" userId="ae16b587ac2706cb" providerId="LiveId" clId="{2453BB6F-CE84-5C49-BF2D-B184320F0BB5}" dt="2024-04-23T15:15:00.222" v="1325" actId="20577"/>
          <ac:spMkLst>
            <pc:docMk/>
            <pc:sldMk cId="2775303649" sldId="269"/>
            <ac:spMk id="4" creationId="{F15DC2DD-53EF-AD02-C14D-F3F37423A3C2}"/>
          </ac:spMkLst>
        </pc:spChg>
        <pc:spChg chg="mod">
          <ac:chgData name="sangeeta srinivasan" userId="ae16b587ac2706cb" providerId="LiveId" clId="{2453BB6F-CE84-5C49-BF2D-B184320F0BB5}" dt="2024-04-23T15:15:02.625" v="1326" actId="20577"/>
          <ac:spMkLst>
            <pc:docMk/>
            <pc:sldMk cId="2775303649" sldId="269"/>
            <ac:spMk id="5" creationId="{28072E42-DDEE-F140-AB06-21CFED9B6549}"/>
          </ac:spMkLst>
        </pc:spChg>
      </pc:sldChg>
      <pc:sldChg chg="addSp delSp modSp add mod ord addCm modCm">
        <pc:chgData name="sangeeta srinivasan" userId="ae16b587ac2706cb" providerId="LiveId" clId="{2453BB6F-CE84-5C49-BF2D-B184320F0BB5}" dt="2024-04-23T01:41:52.258" v="714" actId="20578"/>
        <pc:sldMkLst>
          <pc:docMk/>
          <pc:sldMk cId="420836676" sldId="270"/>
        </pc:sldMkLst>
        <pc:spChg chg="mod">
          <ac:chgData name="sangeeta srinivasan" userId="ae16b587ac2706cb" providerId="LiveId" clId="{2453BB6F-CE84-5C49-BF2D-B184320F0BB5}" dt="2024-04-23T01:36:20.284" v="666" actId="20577"/>
          <ac:spMkLst>
            <pc:docMk/>
            <pc:sldMk cId="420836676" sldId="270"/>
            <ac:spMk id="4" creationId="{F42FFDDC-01E6-5016-000F-0899E7F93B20}"/>
          </ac:spMkLst>
        </pc:spChg>
        <pc:picChg chg="add mod">
          <ac:chgData name="sangeeta srinivasan" userId="ae16b587ac2706cb" providerId="LiveId" clId="{2453BB6F-CE84-5C49-BF2D-B184320F0BB5}" dt="2024-04-23T01:37:34.699" v="669" actId="1076"/>
          <ac:picMkLst>
            <pc:docMk/>
            <pc:sldMk cId="420836676" sldId="270"/>
            <ac:picMk id="2" creationId="{02BB584D-563E-8615-8297-21E0DA2953EC}"/>
          </ac:picMkLst>
        </pc:picChg>
        <pc:picChg chg="del">
          <ac:chgData name="sangeeta srinivasan" userId="ae16b587ac2706cb" providerId="LiveId" clId="{2453BB6F-CE84-5C49-BF2D-B184320F0BB5}" dt="2024-04-23T01:37:25.197" v="667" actId="478"/>
          <ac:picMkLst>
            <pc:docMk/>
            <pc:sldMk cId="420836676" sldId="270"/>
            <ac:picMk id="3" creationId="{810773B5-4953-DEB8-8A25-6343780FF13E}"/>
          </ac:picMkLst>
        </pc:picChg>
      </pc:sldChg>
      <pc:sldChg chg="modSp add mod ord">
        <pc:chgData name="sangeeta srinivasan" userId="ae16b587ac2706cb" providerId="LiveId" clId="{2453BB6F-CE84-5C49-BF2D-B184320F0BB5}" dt="2024-04-23T15:15:43.261" v="1357" actId="20577"/>
        <pc:sldMkLst>
          <pc:docMk/>
          <pc:sldMk cId="2971515690" sldId="271"/>
        </pc:sldMkLst>
        <pc:spChg chg="mod">
          <ac:chgData name="sangeeta srinivasan" userId="ae16b587ac2706cb" providerId="LiveId" clId="{2453BB6F-CE84-5C49-BF2D-B184320F0BB5}" dt="2024-04-23T01:47:05.285" v="774" actId="20577"/>
          <ac:spMkLst>
            <pc:docMk/>
            <pc:sldMk cId="2971515690" sldId="271"/>
            <ac:spMk id="4" creationId="{F15DC2DD-53EF-AD02-C14D-F3F37423A3C2}"/>
          </ac:spMkLst>
        </pc:spChg>
        <pc:spChg chg="mod">
          <ac:chgData name="sangeeta srinivasan" userId="ae16b587ac2706cb" providerId="LiveId" clId="{2453BB6F-CE84-5C49-BF2D-B184320F0BB5}" dt="2024-04-23T15:15:43.261" v="1357" actId="20577"/>
          <ac:spMkLst>
            <pc:docMk/>
            <pc:sldMk cId="2971515690" sldId="271"/>
            <ac:spMk id="5" creationId="{28072E42-DDEE-F140-AB06-21CFED9B6549}"/>
          </ac:spMkLst>
        </pc:spChg>
      </pc:sldChg>
      <pc:sldChg chg="addSp delSp modSp add mod ord addCm modCm">
        <pc:chgData name="sangeeta srinivasan" userId="ae16b587ac2706cb" providerId="LiveId" clId="{2453BB6F-CE84-5C49-BF2D-B184320F0BB5}" dt="2024-04-23T01:50:15.547" v="834" actId="20578"/>
        <pc:sldMkLst>
          <pc:docMk/>
          <pc:sldMk cId="3815356002" sldId="272"/>
        </pc:sldMkLst>
        <pc:spChg chg="mod">
          <ac:chgData name="sangeeta srinivasan" userId="ae16b587ac2706cb" providerId="LiveId" clId="{2453BB6F-CE84-5C49-BF2D-B184320F0BB5}" dt="2024-04-23T01:42:09.182" v="726" actId="20577"/>
          <ac:spMkLst>
            <pc:docMk/>
            <pc:sldMk cId="3815356002" sldId="272"/>
            <ac:spMk id="4" creationId="{F42FFDDC-01E6-5016-000F-0899E7F93B20}"/>
          </ac:spMkLst>
        </pc:spChg>
        <pc:picChg chg="del">
          <ac:chgData name="sangeeta srinivasan" userId="ae16b587ac2706cb" providerId="LiveId" clId="{2453BB6F-CE84-5C49-BF2D-B184320F0BB5}" dt="2024-04-23T01:43:31.993" v="727" actId="478"/>
          <ac:picMkLst>
            <pc:docMk/>
            <pc:sldMk cId="3815356002" sldId="272"/>
            <ac:picMk id="2" creationId="{02BB584D-563E-8615-8297-21E0DA2953EC}"/>
          </ac:picMkLst>
        </pc:picChg>
        <pc:picChg chg="add mod">
          <ac:chgData name="sangeeta srinivasan" userId="ae16b587ac2706cb" providerId="LiveId" clId="{2453BB6F-CE84-5C49-BF2D-B184320F0BB5}" dt="2024-04-23T01:44:27.786" v="738" actId="1076"/>
          <ac:picMkLst>
            <pc:docMk/>
            <pc:sldMk cId="3815356002" sldId="272"/>
            <ac:picMk id="8194" creationId="{EF06D9A6-4D21-135F-20F3-0F30A514A87E}"/>
          </ac:picMkLst>
        </pc:picChg>
      </pc:sldChg>
      <pc:sldChg chg="modSp add mod ord">
        <pc:chgData name="sangeeta srinivasan" userId="ae16b587ac2706cb" providerId="LiveId" clId="{2453BB6F-CE84-5C49-BF2D-B184320F0BB5}" dt="2024-04-23T15:15:54.513" v="1358" actId="20577"/>
        <pc:sldMkLst>
          <pc:docMk/>
          <pc:sldMk cId="603056362" sldId="273"/>
        </pc:sldMkLst>
        <pc:spChg chg="mod">
          <ac:chgData name="sangeeta srinivasan" userId="ae16b587ac2706cb" providerId="LiveId" clId="{2453BB6F-CE84-5C49-BF2D-B184320F0BB5}" dt="2024-04-23T01:51:22.084" v="842" actId="20577"/>
          <ac:spMkLst>
            <pc:docMk/>
            <pc:sldMk cId="603056362" sldId="273"/>
            <ac:spMk id="4" creationId="{F15DC2DD-53EF-AD02-C14D-F3F37423A3C2}"/>
          </ac:spMkLst>
        </pc:spChg>
        <pc:spChg chg="mod">
          <ac:chgData name="sangeeta srinivasan" userId="ae16b587ac2706cb" providerId="LiveId" clId="{2453BB6F-CE84-5C49-BF2D-B184320F0BB5}" dt="2024-04-23T15:15:54.513" v="1358" actId="20577"/>
          <ac:spMkLst>
            <pc:docMk/>
            <pc:sldMk cId="603056362" sldId="273"/>
            <ac:spMk id="5" creationId="{28072E42-DDEE-F140-AB06-21CFED9B6549}"/>
          </ac:spMkLst>
        </pc:spChg>
      </pc:sldChg>
      <pc:sldChg chg="modSp new del mod ord">
        <pc:chgData name="sangeeta srinivasan" userId="ae16b587ac2706cb" providerId="LiveId" clId="{2453BB6F-CE84-5C49-BF2D-B184320F0BB5}" dt="2024-04-23T09:24:27.537" v="1127" actId="2696"/>
        <pc:sldMkLst>
          <pc:docMk/>
          <pc:sldMk cId="2451591787" sldId="274"/>
        </pc:sldMkLst>
        <pc:spChg chg="mod">
          <ac:chgData name="sangeeta srinivasan" userId="ae16b587ac2706cb" providerId="LiveId" clId="{2453BB6F-CE84-5C49-BF2D-B184320F0BB5}" dt="2024-04-23T01:51:40.879" v="854" actId="20577"/>
          <ac:spMkLst>
            <pc:docMk/>
            <pc:sldMk cId="2451591787" sldId="274"/>
            <ac:spMk id="2" creationId="{32693CFB-7FBF-DAB7-BE4C-B1D9701F1353}"/>
          </ac:spMkLst>
        </pc:spChg>
        <pc:spChg chg="mod">
          <ac:chgData name="sangeeta srinivasan" userId="ae16b587ac2706cb" providerId="LiveId" clId="{2453BB6F-CE84-5C49-BF2D-B184320F0BB5}" dt="2024-04-23T01:52:07.234" v="875" actId="20577"/>
          <ac:spMkLst>
            <pc:docMk/>
            <pc:sldMk cId="2451591787" sldId="274"/>
            <ac:spMk id="3" creationId="{3F69CA6A-5642-25E0-422C-9CC6C1CEC905}"/>
          </ac:spMkLst>
        </pc:spChg>
      </pc:sldChg>
      <pc:sldChg chg="addSp delSp modSp add mod ord addCm modCm">
        <pc:chgData name="sangeeta srinivasan" userId="ae16b587ac2706cb" providerId="LiveId" clId="{2453BB6F-CE84-5C49-BF2D-B184320F0BB5}" dt="2024-04-23T01:56:59.609" v="915"/>
        <pc:sldMkLst>
          <pc:docMk/>
          <pc:sldMk cId="2567271100" sldId="275"/>
        </pc:sldMkLst>
        <pc:spChg chg="add del">
          <ac:chgData name="sangeeta srinivasan" userId="ae16b587ac2706cb" providerId="LiveId" clId="{2453BB6F-CE84-5C49-BF2D-B184320F0BB5}" dt="2024-04-23T01:55:20.853" v="905" actId="478"/>
          <ac:spMkLst>
            <pc:docMk/>
            <pc:sldMk cId="2567271100" sldId="275"/>
            <ac:spMk id="3" creationId="{A5000DAB-0AA1-C6F3-AC85-59D3587F42E4}"/>
          </ac:spMkLst>
        </pc:spChg>
        <pc:spChg chg="mod">
          <ac:chgData name="sangeeta srinivasan" userId="ae16b587ac2706cb" providerId="LiveId" clId="{2453BB6F-CE84-5C49-BF2D-B184320F0BB5}" dt="2024-04-23T01:52:34.119" v="886" actId="20577"/>
          <ac:spMkLst>
            <pc:docMk/>
            <pc:sldMk cId="2567271100" sldId="275"/>
            <ac:spMk id="4" creationId="{F42FFDDC-01E6-5016-000F-0899E7F93B20}"/>
          </ac:spMkLst>
        </pc:spChg>
        <pc:picChg chg="del">
          <ac:chgData name="sangeeta srinivasan" userId="ae16b587ac2706cb" providerId="LiveId" clId="{2453BB6F-CE84-5C49-BF2D-B184320F0BB5}" dt="2024-04-23T01:55:11.531" v="903" actId="478"/>
          <ac:picMkLst>
            <pc:docMk/>
            <pc:sldMk cId="2567271100" sldId="275"/>
            <ac:picMk id="8194" creationId="{EF06D9A6-4D21-135F-20F3-0F30A514A87E}"/>
          </ac:picMkLst>
        </pc:picChg>
        <pc:picChg chg="add mod">
          <ac:chgData name="sangeeta srinivasan" userId="ae16b587ac2706cb" providerId="LiveId" clId="{2453BB6F-CE84-5C49-BF2D-B184320F0BB5}" dt="2024-04-23T01:56:14.813" v="912" actId="1076"/>
          <ac:picMkLst>
            <pc:docMk/>
            <pc:sldMk cId="2567271100" sldId="275"/>
            <ac:picMk id="10242" creationId="{83A6373C-BF27-59D1-C81E-0BE7699BD4AF}"/>
          </ac:picMkLst>
        </pc:picChg>
      </pc:sldChg>
      <pc:sldChg chg="modSp add mod">
        <pc:chgData name="sangeeta srinivasan" userId="ae16b587ac2706cb" providerId="LiveId" clId="{2453BB6F-CE84-5C49-BF2D-B184320F0BB5}" dt="2024-04-23T01:54:26.303" v="902" actId="20577"/>
        <pc:sldMkLst>
          <pc:docMk/>
          <pc:sldMk cId="3935955217" sldId="276"/>
        </pc:sldMkLst>
        <pc:spChg chg="mod">
          <ac:chgData name="sangeeta srinivasan" userId="ae16b587ac2706cb" providerId="LiveId" clId="{2453BB6F-CE84-5C49-BF2D-B184320F0BB5}" dt="2024-04-23T01:53:55.272" v="899" actId="20577"/>
          <ac:spMkLst>
            <pc:docMk/>
            <pc:sldMk cId="3935955217" sldId="276"/>
            <ac:spMk id="4" creationId="{F15DC2DD-53EF-AD02-C14D-F3F37423A3C2}"/>
          </ac:spMkLst>
        </pc:spChg>
        <pc:spChg chg="mod">
          <ac:chgData name="sangeeta srinivasan" userId="ae16b587ac2706cb" providerId="LiveId" clId="{2453BB6F-CE84-5C49-BF2D-B184320F0BB5}" dt="2024-04-23T01:54:26.303" v="902" actId="20577"/>
          <ac:spMkLst>
            <pc:docMk/>
            <pc:sldMk cId="3935955217" sldId="276"/>
            <ac:spMk id="5" creationId="{28072E42-DDEE-F140-AB06-21CFED9B6549}"/>
          </ac:spMkLst>
        </pc:spChg>
      </pc:sldChg>
      <pc:sldChg chg="modSp add mod">
        <pc:chgData name="sangeeta srinivasan" userId="ae16b587ac2706cb" providerId="LiveId" clId="{2453BB6F-CE84-5C49-BF2D-B184320F0BB5}" dt="2024-04-23T15:16:26.658" v="1362" actId="20577"/>
        <pc:sldMkLst>
          <pc:docMk/>
          <pc:sldMk cId="3904601557" sldId="277"/>
        </pc:sldMkLst>
        <pc:spChg chg="mod">
          <ac:chgData name="sangeeta srinivasan" userId="ae16b587ac2706cb" providerId="LiveId" clId="{2453BB6F-CE84-5C49-BF2D-B184320F0BB5}" dt="2024-04-23T15:16:26.658" v="1362" actId="20577"/>
          <ac:spMkLst>
            <pc:docMk/>
            <pc:sldMk cId="3904601557" sldId="277"/>
            <ac:spMk id="5" creationId="{28072E42-DDEE-F140-AB06-21CFED9B6549}"/>
          </ac:spMkLst>
        </pc:spChg>
      </pc:sldChg>
      <pc:sldChg chg="modSp add mod">
        <pc:chgData name="sangeeta srinivasan" userId="ae16b587ac2706cb" providerId="LiveId" clId="{2453BB6F-CE84-5C49-BF2D-B184320F0BB5}" dt="2024-04-23T15:12:05.881" v="1204" actId="27636"/>
        <pc:sldMkLst>
          <pc:docMk/>
          <pc:sldMk cId="1948149218" sldId="278"/>
        </pc:sldMkLst>
        <pc:spChg chg="mod">
          <ac:chgData name="sangeeta srinivasan" userId="ae16b587ac2706cb" providerId="LiveId" clId="{2453BB6F-CE84-5C49-BF2D-B184320F0BB5}" dt="2024-04-23T15:12:05.881" v="1204" actId="27636"/>
          <ac:spMkLst>
            <pc:docMk/>
            <pc:sldMk cId="1948149218" sldId="278"/>
            <ac:spMk id="4" creationId="{F15DC2DD-53EF-AD02-C14D-F3F37423A3C2}"/>
          </ac:spMkLst>
        </pc:spChg>
      </pc:sldChg>
      <pc:sldChg chg="modSp add mod">
        <pc:chgData name="sangeeta srinivasan" userId="ae16b587ac2706cb" providerId="LiveId" clId="{2453BB6F-CE84-5C49-BF2D-B184320F0BB5}" dt="2024-04-23T15:13:04.709" v="1237" actId="20577"/>
        <pc:sldMkLst>
          <pc:docMk/>
          <pc:sldMk cId="1621505925" sldId="279"/>
        </pc:sldMkLst>
        <pc:spChg chg="mod">
          <ac:chgData name="sangeeta srinivasan" userId="ae16b587ac2706cb" providerId="LiveId" clId="{2453BB6F-CE84-5C49-BF2D-B184320F0BB5}" dt="2024-04-23T15:13:04.709" v="1237" actId="20577"/>
          <ac:spMkLst>
            <pc:docMk/>
            <pc:sldMk cId="1621505925" sldId="279"/>
            <ac:spMk id="4" creationId="{F15DC2DD-53EF-AD02-C14D-F3F37423A3C2}"/>
          </ac:spMkLst>
        </pc:spChg>
      </pc:sldChg>
      <pc:sldChg chg="modSp add mod">
        <pc:chgData name="sangeeta srinivasan" userId="ae16b587ac2706cb" providerId="LiveId" clId="{2453BB6F-CE84-5C49-BF2D-B184320F0BB5}" dt="2024-04-23T15:14:31.266" v="1290" actId="20577"/>
        <pc:sldMkLst>
          <pc:docMk/>
          <pc:sldMk cId="3690328419" sldId="280"/>
        </pc:sldMkLst>
        <pc:spChg chg="mod">
          <ac:chgData name="sangeeta srinivasan" userId="ae16b587ac2706cb" providerId="LiveId" clId="{2453BB6F-CE84-5C49-BF2D-B184320F0BB5}" dt="2024-04-23T15:14:31.266" v="1290" actId="20577"/>
          <ac:spMkLst>
            <pc:docMk/>
            <pc:sldMk cId="3690328419" sldId="280"/>
            <ac:spMk id="4" creationId="{F15DC2DD-53EF-AD02-C14D-F3F37423A3C2}"/>
          </ac:spMkLst>
        </pc:spChg>
      </pc:sldChg>
      <pc:sldChg chg="modSp add mod">
        <pc:chgData name="sangeeta srinivasan" userId="ae16b587ac2706cb" providerId="LiveId" clId="{2453BB6F-CE84-5C49-BF2D-B184320F0BB5}" dt="2024-04-23T15:15:32.210" v="1356" actId="14100"/>
        <pc:sldMkLst>
          <pc:docMk/>
          <pc:sldMk cId="3451374720" sldId="281"/>
        </pc:sldMkLst>
        <pc:spChg chg="mod">
          <ac:chgData name="sangeeta srinivasan" userId="ae16b587ac2706cb" providerId="LiveId" clId="{2453BB6F-CE84-5C49-BF2D-B184320F0BB5}" dt="2024-04-23T15:15:32.210" v="1356" actId="14100"/>
          <ac:spMkLst>
            <pc:docMk/>
            <pc:sldMk cId="3451374720" sldId="281"/>
            <ac:spMk id="4" creationId="{F15DC2DD-53EF-AD02-C14D-F3F37423A3C2}"/>
          </ac:spMkLst>
        </pc:spChg>
      </pc:sldChg>
      <pc:sldChg chg="modSp new mod">
        <pc:chgData name="sangeeta srinivasan" userId="ae16b587ac2706cb" providerId="LiveId" clId="{2453BB6F-CE84-5C49-BF2D-B184320F0BB5}" dt="2024-04-23T15:22:36.448" v="1938" actId="20577"/>
        <pc:sldMkLst>
          <pc:docMk/>
          <pc:sldMk cId="393974965" sldId="282"/>
        </pc:sldMkLst>
        <pc:spChg chg="mod">
          <ac:chgData name="sangeeta srinivasan" userId="ae16b587ac2706cb" providerId="LiveId" clId="{2453BB6F-CE84-5C49-BF2D-B184320F0BB5}" dt="2024-04-23T15:17:26.607" v="1390" actId="20577"/>
          <ac:spMkLst>
            <pc:docMk/>
            <pc:sldMk cId="393974965" sldId="282"/>
            <ac:spMk id="2" creationId="{689F56CF-66D7-2A21-8409-F45B5B180278}"/>
          </ac:spMkLst>
        </pc:spChg>
        <pc:spChg chg="mod">
          <ac:chgData name="sangeeta srinivasan" userId="ae16b587ac2706cb" providerId="LiveId" clId="{2453BB6F-CE84-5C49-BF2D-B184320F0BB5}" dt="2024-04-23T15:22:36.448" v="1938" actId="20577"/>
          <ac:spMkLst>
            <pc:docMk/>
            <pc:sldMk cId="393974965" sldId="282"/>
            <ac:spMk id="3" creationId="{08280F34-CB36-0196-53F8-8B1765ADDE2E}"/>
          </ac:spMkLst>
        </pc:spChg>
      </pc:sldChg>
      <pc:sldMasterChg chg="modSp mod modSldLayout">
        <pc:chgData name="sangeeta srinivasan" userId="ae16b587ac2706cb" providerId="LiveId" clId="{2453BB6F-CE84-5C49-BF2D-B184320F0BB5}" dt="2024-04-23T00:43:00.407" v="359"/>
        <pc:sldMasterMkLst>
          <pc:docMk/>
          <pc:sldMasterMk cId="3909920325" sldId="2147483720"/>
        </pc:sldMasterMkLst>
        <pc:spChg chg="mod">
          <ac:chgData name="sangeeta srinivasan" userId="ae16b587ac2706cb" providerId="LiveId" clId="{2453BB6F-CE84-5C49-BF2D-B184320F0BB5}" dt="2024-04-23T00:10:19.158" v="221" actId="207"/>
          <ac:spMkLst>
            <pc:docMk/>
            <pc:sldMasterMk cId="3909920325" sldId="2147483720"/>
            <ac:spMk id="2" creationId="{4713DE2D-0400-0813-5E72-54083F428E1B}"/>
          </ac:spMkLst>
        </pc:spChg>
        <pc:spChg chg="mod">
          <ac:chgData name="sangeeta srinivasan" userId="ae16b587ac2706cb" providerId="LiveId" clId="{2453BB6F-CE84-5C49-BF2D-B184320F0BB5}" dt="2024-04-23T00:07:25.429" v="199" actId="166"/>
          <ac:spMkLst>
            <pc:docMk/>
            <pc:sldMasterMk cId="3909920325" sldId="2147483720"/>
            <ac:spMk id="6" creationId="{BBF7E139-4F5B-88A1-2239-3EF25CB2C017}"/>
          </ac:spMkLst>
        </pc:spChg>
        <pc:spChg chg="mod">
          <ac:chgData name="sangeeta srinivasan" userId="ae16b587ac2706cb" providerId="LiveId" clId="{2453BB6F-CE84-5C49-BF2D-B184320F0BB5}" dt="2024-04-23T00:41:27.537" v="355" actId="208"/>
          <ac:spMkLst>
            <pc:docMk/>
            <pc:sldMasterMk cId="3909920325" sldId="2147483720"/>
            <ac:spMk id="11" creationId="{1C9612CC-667E-9C11-4B19-C671DA530CCC}"/>
          </ac:spMkLst>
        </pc:spChg>
        <pc:sldLayoutChg chg="modSp">
          <pc:chgData name="sangeeta srinivasan" userId="ae16b587ac2706cb" providerId="LiveId" clId="{2453BB6F-CE84-5C49-BF2D-B184320F0BB5}" dt="2024-04-22T23:18:36.590" v="7" actId="735"/>
          <pc:sldLayoutMkLst>
            <pc:docMk/>
            <pc:sldMasterMk cId="3909920325" sldId="2147483720"/>
            <pc:sldLayoutMk cId="908349178" sldId="2147483721"/>
          </pc:sldLayoutMkLst>
        </pc:sldLayoutChg>
        <pc:sldLayoutChg chg="modSp mod">
          <pc:chgData name="sangeeta srinivasan" userId="ae16b587ac2706cb" providerId="LiveId" clId="{2453BB6F-CE84-5C49-BF2D-B184320F0BB5}" dt="2024-04-23T00:42:29.655" v="356" actId="208"/>
          <pc:sldLayoutMkLst>
            <pc:docMk/>
            <pc:sldMasterMk cId="3909920325" sldId="2147483720"/>
            <pc:sldLayoutMk cId="2988963942" sldId="2147483722"/>
          </pc:sldLayoutMkLst>
          <pc:cxnChg chg="mod">
            <ac:chgData name="sangeeta srinivasan" userId="ae16b587ac2706cb" providerId="LiveId" clId="{2453BB6F-CE84-5C49-BF2D-B184320F0BB5}" dt="2024-04-23T00:42:29.655" v="356" actId="208"/>
            <ac:cxnSpMkLst>
              <pc:docMk/>
              <pc:sldMasterMk cId="3909920325" sldId="2147483720"/>
              <pc:sldLayoutMk cId="2988963942" sldId="2147483722"/>
              <ac:cxnSpMk id="7" creationId="{CF6DD119-3AB1-5E89-283B-CFC7450F3221}"/>
            </ac:cxnSpMkLst>
          </pc:cxnChg>
        </pc:sldLayoutChg>
        <pc:sldLayoutChg chg="modSp mod">
          <pc:chgData name="sangeeta srinivasan" userId="ae16b587ac2706cb" providerId="LiveId" clId="{2453BB6F-CE84-5C49-BF2D-B184320F0BB5}" dt="2024-04-23T00:42:44.298" v="357" actId="208"/>
          <pc:sldLayoutMkLst>
            <pc:docMk/>
            <pc:sldMasterMk cId="3909920325" sldId="2147483720"/>
            <pc:sldLayoutMk cId="1587046135" sldId="2147483724"/>
          </pc:sldLayoutMkLst>
          <pc:cxnChg chg="mod">
            <ac:chgData name="sangeeta srinivasan" userId="ae16b587ac2706cb" providerId="LiveId" clId="{2453BB6F-CE84-5C49-BF2D-B184320F0BB5}" dt="2024-04-23T00:42:44.298" v="357" actId="208"/>
            <ac:cxnSpMkLst>
              <pc:docMk/>
              <pc:sldMasterMk cId="3909920325" sldId="2147483720"/>
              <pc:sldLayoutMk cId="1587046135" sldId="2147483724"/>
              <ac:cxnSpMk id="8" creationId="{A23452B6-CDA2-B35E-0715-B9D79EFD3246}"/>
            </ac:cxnSpMkLst>
          </pc:cxnChg>
        </pc:sldLayoutChg>
        <pc:sldLayoutChg chg="addSp modSp">
          <pc:chgData name="sangeeta srinivasan" userId="ae16b587ac2706cb" providerId="LiveId" clId="{2453BB6F-CE84-5C49-BF2D-B184320F0BB5}" dt="2024-04-23T00:42:56.877" v="358"/>
          <pc:sldLayoutMkLst>
            <pc:docMk/>
            <pc:sldMasterMk cId="3909920325" sldId="2147483720"/>
            <pc:sldLayoutMk cId="2119131516" sldId="2147483725"/>
          </pc:sldLayoutMkLst>
          <pc:cxnChg chg="add mod">
            <ac:chgData name="sangeeta srinivasan" userId="ae16b587ac2706cb" providerId="LiveId" clId="{2453BB6F-CE84-5C49-BF2D-B184320F0BB5}" dt="2024-04-23T00:42:56.877" v="358"/>
            <ac:cxnSpMkLst>
              <pc:docMk/>
              <pc:sldMasterMk cId="3909920325" sldId="2147483720"/>
              <pc:sldLayoutMk cId="2119131516" sldId="2147483725"/>
              <ac:cxnSpMk id="10" creationId="{A473E797-D026-4CB2-8534-3B0913C54F89}"/>
            </ac:cxnSpMkLst>
          </pc:cxnChg>
        </pc:sldLayoutChg>
        <pc:sldLayoutChg chg="addSp modSp">
          <pc:chgData name="sangeeta srinivasan" userId="ae16b587ac2706cb" providerId="LiveId" clId="{2453BB6F-CE84-5C49-BF2D-B184320F0BB5}" dt="2024-04-23T00:43:00.407" v="359"/>
          <pc:sldLayoutMkLst>
            <pc:docMk/>
            <pc:sldMasterMk cId="3909920325" sldId="2147483720"/>
            <pc:sldLayoutMk cId="3164472248" sldId="2147483726"/>
          </pc:sldLayoutMkLst>
          <pc:cxnChg chg="add mod">
            <ac:chgData name="sangeeta srinivasan" userId="ae16b587ac2706cb" providerId="LiveId" clId="{2453BB6F-CE84-5C49-BF2D-B184320F0BB5}" dt="2024-04-23T00:43:00.407" v="359"/>
            <ac:cxnSpMkLst>
              <pc:docMk/>
              <pc:sldMasterMk cId="3909920325" sldId="2147483720"/>
              <pc:sldLayoutMk cId="3164472248" sldId="2147483726"/>
              <ac:cxnSpMk id="6" creationId="{359314A4-A951-54B1-6DC0-9279155E69F0}"/>
            </ac:cxnSpMkLst>
          </pc:cxnChg>
        </pc:sldLayoutChg>
      </pc:sldMaster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4-04-23T05:49:13.146" idx="1">
    <p:pos x="3482" y="0"/>
    <p:text>Stock ID: 55646421</p:text>
    <p:extLst>
      <p:ext uri="{C676402C-5697-4E1C-873F-D02D1690AC5C}">
        <p15:threadingInfo xmlns:p15="http://schemas.microsoft.com/office/powerpoint/2012/main" timeZoneBias="-33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4-04-23T05:50:01.466" idx="2">
    <p:pos x="7680" y="926"/>
    <p:text>Stock ID: 47857043</p:text>
    <p:extLst>
      <p:ext uri="{C676402C-5697-4E1C-873F-D02D1690AC5C}">
        <p15:threadingInfo xmlns:p15="http://schemas.microsoft.com/office/powerpoint/2012/main" timeZoneBias="-33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4-04-23T05:50:31.155" idx="3">
    <p:pos x="4646" y="1094"/>
    <p:text>Stock ID: 790072310</p:text>
    <p:extLst>
      <p:ext uri="{C676402C-5697-4E1C-873F-D02D1690AC5C}">
        <p15:threadingInfo xmlns:p15="http://schemas.microsoft.com/office/powerpoint/2012/main" timeZoneBias="-330"/>
      </p:ext>
    </p:extLst>
  </p:cm>
  <p:cm authorId="1" dt="2024-04-23T05:55:34.363" idx="5">
    <p:pos x="4646" y="1230"/>
    <p:text>Please change color of all icons to theme color</p:text>
    <p:extLst>
      <p:ext uri="{C676402C-5697-4E1C-873F-D02D1690AC5C}">
        <p15:threadingInfo xmlns:p15="http://schemas.microsoft.com/office/powerpoint/2012/main" timeZoneBias="-330">
          <p15:parentCm authorId="1" idx="3"/>
        </p15:threadingInfo>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4-04-23T05:51:04.951" idx="4">
    <p:pos x="6886" y="1518"/>
    <p:text>Stock ID: 315485317</p:text>
    <p:extLst>
      <p:ext uri="{C676402C-5697-4E1C-873F-D02D1690AC5C}">
        <p15:threadingInfo xmlns:p15="http://schemas.microsoft.com/office/powerpoint/2012/main" timeZoneBias="-33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4-04-23T06:52:30.151" idx="7">
    <p:pos x="4636" y="1057"/>
    <p:text>Stock ID: 365638425</p:text>
    <p:extLst>
      <p:ext uri="{C676402C-5697-4E1C-873F-D02D1690AC5C}">
        <p15:threadingInfo xmlns:p15="http://schemas.microsoft.com/office/powerpoint/2012/main" timeZoneBias="-33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4-04-23T06:48:56.764" idx="6">
    <p:pos x="4840" y="852"/>
    <p:text>Stock ID: 502525048</p:text>
    <p:extLst>
      <p:ext uri="{C676402C-5697-4E1C-873F-D02D1690AC5C}">
        <p15:threadingInfo xmlns:p15="http://schemas.microsoft.com/office/powerpoint/2012/main" timeZoneBias="-33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4-04-23T07:07:38.128" idx="8">
    <p:pos x="4712" y="1084"/>
    <p:text>Stock ID: 494677327</p:text>
    <p:extLst>
      <p:ext uri="{C676402C-5697-4E1C-873F-D02D1690AC5C}">
        <p15:threadingInfo xmlns:p15="http://schemas.microsoft.com/office/powerpoint/2012/main" timeZoneBias="-33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4-04-23T07:14:41.014" idx="9">
    <p:pos x="4593" y="1160"/>
    <p:text>Stock ID: 299479085</p:text>
    <p:extLst>
      <p:ext uri="{C676402C-5697-4E1C-873F-D02D1690AC5C}">
        <p15:threadingInfo xmlns:p15="http://schemas.microsoft.com/office/powerpoint/2012/main" timeZoneBias="-33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4-04-23T07:26:23.572" idx="10">
    <p:pos x="4509" y="1317"/>
    <p:text>Stock ID: 204709578</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D9357D-E08C-B341-9B84-C7C6ED51F467}" type="datetimeFigureOut">
              <a:rPr lang="en-US" smtClean="0"/>
              <a:t>8/10/24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DC7F85-B619-534F-A66A-9B8DC36C34F8}" type="slidenum">
              <a:rPr lang="en-US" smtClean="0"/>
              <a:t>‹#›</a:t>
            </a:fld>
            <a:endParaRPr lang="en-US"/>
          </a:p>
        </p:txBody>
      </p:sp>
    </p:spTree>
    <p:extLst>
      <p:ext uri="{BB962C8B-B14F-4D97-AF65-F5344CB8AC3E}">
        <p14:creationId xmlns:p14="http://schemas.microsoft.com/office/powerpoint/2010/main" val="2616605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5</a:t>
            </a:fld>
            <a:endParaRPr lang="en-US"/>
          </a:p>
        </p:txBody>
      </p:sp>
    </p:spTree>
    <p:extLst>
      <p:ext uri="{BB962C8B-B14F-4D97-AF65-F5344CB8AC3E}">
        <p14:creationId xmlns:p14="http://schemas.microsoft.com/office/powerpoint/2010/main" val="504005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9D7C9-8F96-29F5-1205-BAE74ECFB6C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2476479-834E-716E-F738-42913F20FC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C33591F-359F-14CB-E47E-7E0A48675C21}"/>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8/10/24</a:t>
            </a:fld>
            <a:endParaRPr lang="en-US"/>
          </a:p>
        </p:txBody>
      </p:sp>
      <p:sp>
        <p:nvSpPr>
          <p:cNvPr id="5" name="Footer Placeholder 4">
            <a:extLst>
              <a:ext uri="{FF2B5EF4-FFF2-40B4-BE49-F238E27FC236}">
                <a16:creationId xmlns:a16="http://schemas.microsoft.com/office/drawing/2014/main" id="{E2B0DDA5-1212-4EE1-8E98-BD5556D6192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FAF1A59-0F6E-C066-93B8-C418D626419E}"/>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9083491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BB2AA-06AD-F2FC-5383-B4B7B95FA0D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EFFB339-D764-126A-043A-AA902A2D94B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2CEC418-3953-DA2D-A0FB-CABD98BBE893}"/>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8/10/24</a:t>
            </a:fld>
            <a:endParaRPr lang="en-US"/>
          </a:p>
        </p:txBody>
      </p:sp>
      <p:sp>
        <p:nvSpPr>
          <p:cNvPr id="5" name="Footer Placeholder 4">
            <a:extLst>
              <a:ext uri="{FF2B5EF4-FFF2-40B4-BE49-F238E27FC236}">
                <a16:creationId xmlns:a16="http://schemas.microsoft.com/office/drawing/2014/main" id="{C38B8AE1-51E6-F6DC-0366-71136A416F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E9BB31A-1A8F-2867-8E45-A1156E678421}"/>
              </a:ext>
            </a:extLst>
          </p:cNvPr>
          <p:cNvSpPr>
            <a:spLocks noGrp="1"/>
          </p:cNvSpPr>
          <p:nvPr>
            <p:ph type="sldNum" sz="quarter" idx="12"/>
          </p:nvPr>
        </p:nvSpPr>
        <p:spPr/>
        <p:txBody>
          <a:bodyPr/>
          <a:lstStyle/>
          <a:p>
            <a:fld id="{4A0E460F-6C90-364E-AA71-6C064F716047}" type="slidenum">
              <a:rPr lang="en-US" smtClean="0"/>
              <a:t>‹#›</a:t>
            </a:fld>
            <a:endParaRPr lang="en-US"/>
          </a:p>
        </p:txBody>
      </p:sp>
      <p:cxnSp>
        <p:nvCxnSpPr>
          <p:cNvPr id="7" name="Straight Connector 6">
            <a:extLst>
              <a:ext uri="{FF2B5EF4-FFF2-40B4-BE49-F238E27FC236}">
                <a16:creationId xmlns:a16="http://schemas.microsoft.com/office/drawing/2014/main" id="{CF6DD119-3AB1-5E89-283B-CFC7450F3221}"/>
              </a:ext>
            </a:extLst>
          </p:cNvPr>
          <p:cNvCxnSpPr>
            <a:cxnSpLocks/>
          </p:cNvCxnSpPr>
          <p:nvPr userDrawn="1"/>
        </p:nvCxnSpPr>
        <p:spPr>
          <a:xfrm>
            <a:off x="838200" y="1051034"/>
            <a:ext cx="10515599" cy="0"/>
          </a:xfrm>
          <a:prstGeom prst="line">
            <a:avLst/>
          </a:prstGeom>
          <a:ln w="38100">
            <a:solidFill>
              <a:schemeClr val="tx2">
                <a:lumMod val="75000"/>
                <a:lumOff val="25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9889639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FB27-6D56-F7B9-3168-F3BA5618EA5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E265677-679A-B0F9-A8ED-CB7AE1B44E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D96AB45-AD7F-AAB6-E9E5-BC9FFE73E6C3}"/>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8/10/24</a:t>
            </a:fld>
            <a:endParaRPr lang="en-US"/>
          </a:p>
        </p:txBody>
      </p:sp>
      <p:sp>
        <p:nvSpPr>
          <p:cNvPr id="5" name="Footer Placeholder 4">
            <a:extLst>
              <a:ext uri="{FF2B5EF4-FFF2-40B4-BE49-F238E27FC236}">
                <a16:creationId xmlns:a16="http://schemas.microsoft.com/office/drawing/2014/main" id="{E6500007-5F71-101E-BD73-80F5B482450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321822D-21A5-46A1-7A0D-74890F813E5D}"/>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2121772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19D8-2061-DE2F-C7F4-7B55AE952A8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EC7E3F7-CAC0-234E-2E22-54F716B31277}"/>
              </a:ext>
            </a:extLst>
          </p:cNvPr>
          <p:cNvSpPr>
            <a:spLocks noGrp="1"/>
          </p:cNvSpPr>
          <p:nvPr>
            <p:ph sz="half" idx="1"/>
          </p:nvPr>
        </p:nvSpPr>
        <p:spPr>
          <a:xfrm>
            <a:off x="838200" y="1163789"/>
            <a:ext cx="5181600" cy="501317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55703E5-BCA0-9F5D-3D33-E6367347C39A}"/>
              </a:ext>
            </a:extLst>
          </p:cNvPr>
          <p:cNvSpPr>
            <a:spLocks noGrp="1"/>
          </p:cNvSpPr>
          <p:nvPr>
            <p:ph sz="half" idx="2"/>
          </p:nvPr>
        </p:nvSpPr>
        <p:spPr>
          <a:xfrm>
            <a:off x="6172200" y="1163789"/>
            <a:ext cx="5181600" cy="501317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0078F20-3ECF-6BE9-68F4-016C200C5F85}"/>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8/10/24</a:t>
            </a:fld>
            <a:endParaRPr lang="en-US"/>
          </a:p>
        </p:txBody>
      </p:sp>
      <p:sp>
        <p:nvSpPr>
          <p:cNvPr id="6" name="Footer Placeholder 5">
            <a:extLst>
              <a:ext uri="{FF2B5EF4-FFF2-40B4-BE49-F238E27FC236}">
                <a16:creationId xmlns:a16="http://schemas.microsoft.com/office/drawing/2014/main" id="{AD0347F2-ADE9-32FD-FCEF-C45F3A7076C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2ABACDE-6DBE-549B-7465-4DA10C5C3E2B}"/>
              </a:ext>
            </a:extLst>
          </p:cNvPr>
          <p:cNvSpPr>
            <a:spLocks noGrp="1"/>
          </p:cNvSpPr>
          <p:nvPr>
            <p:ph type="sldNum" sz="quarter" idx="12"/>
          </p:nvPr>
        </p:nvSpPr>
        <p:spPr/>
        <p:txBody>
          <a:bodyPr/>
          <a:lstStyle/>
          <a:p>
            <a:fld id="{4A0E460F-6C90-364E-AA71-6C064F716047}" type="slidenum">
              <a:rPr lang="en-US" smtClean="0"/>
              <a:t>‹#›</a:t>
            </a:fld>
            <a:endParaRPr lang="en-US"/>
          </a:p>
        </p:txBody>
      </p:sp>
      <p:cxnSp>
        <p:nvCxnSpPr>
          <p:cNvPr id="8" name="Straight Connector 7">
            <a:extLst>
              <a:ext uri="{FF2B5EF4-FFF2-40B4-BE49-F238E27FC236}">
                <a16:creationId xmlns:a16="http://schemas.microsoft.com/office/drawing/2014/main" id="{A23452B6-CDA2-B35E-0715-B9D79EFD3246}"/>
              </a:ext>
            </a:extLst>
          </p:cNvPr>
          <p:cNvCxnSpPr>
            <a:cxnSpLocks/>
          </p:cNvCxnSpPr>
          <p:nvPr userDrawn="1"/>
        </p:nvCxnSpPr>
        <p:spPr>
          <a:xfrm>
            <a:off x="838200" y="1051034"/>
            <a:ext cx="10515599" cy="0"/>
          </a:xfrm>
          <a:prstGeom prst="line">
            <a:avLst/>
          </a:prstGeom>
          <a:ln w="38100">
            <a:solidFill>
              <a:schemeClr val="tx2">
                <a:lumMod val="75000"/>
                <a:lumOff val="25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87046135"/>
      </p:ext>
    </p:extLst>
  </p:cSld>
  <p:clrMapOvr>
    <a:masterClrMapping/>
  </p:clrMapOvr>
  <p:extLst>
    <p:ext uri="{DCECCB84-F9BA-43D5-87BE-67443E8EF086}">
      <p15:sldGuideLst xmlns:p15="http://schemas.microsoft.com/office/powerpoint/2012/main">
        <p15:guide id="1" orient="horz" pos="2387" userDrawn="1">
          <p15:clr>
            <a:srgbClr val="FBAE40"/>
          </p15:clr>
        </p15:guide>
        <p15:guide id="2" pos="3840" userDrawn="1">
          <p15:clr>
            <a:srgbClr val="FBAE40"/>
          </p15:clr>
        </p15:guide>
        <p15:guide id="3" orient="horz" pos="68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CE741-45A8-1862-BA73-F388A4A00DE0}"/>
              </a:ext>
            </a:extLst>
          </p:cNvPr>
          <p:cNvSpPr>
            <a:spLocks noGrp="1"/>
          </p:cNvSpPr>
          <p:nvPr>
            <p:ph type="title"/>
          </p:nvPr>
        </p:nvSpPr>
        <p:spPr>
          <a:xfrm>
            <a:off x="839788" y="365126"/>
            <a:ext cx="10515600" cy="723900"/>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8CFFEB5-6F77-A32D-584E-9A3707A33A88}"/>
              </a:ext>
            </a:extLst>
          </p:cNvPr>
          <p:cNvSpPr>
            <a:spLocks noGrp="1"/>
          </p:cNvSpPr>
          <p:nvPr>
            <p:ph type="body" idx="1"/>
          </p:nvPr>
        </p:nvSpPr>
        <p:spPr>
          <a:xfrm>
            <a:off x="839788" y="118586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D0BD877-1138-6469-13F1-6F0E1BC73D58}"/>
              </a:ext>
            </a:extLst>
          </p:cNvPr>
          <p:cNvSpPr>
            <a:spLocks noGrp="1"/>
          </p:cNvSpPr>
          <p:nvPr>
            <p:ph sz="half" idx="2"/>
          </p:nvPr>
        </p:nvSpPr>
        <p:spPr>
          <a:xfrm>
            <a:off x="839788" y="2106614"/>
            <a:ext cx="5157787" cy="408304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A7290B9-71DF-9759-96EE-064D62481AA3}"/>
              </a:ext>
            </a:extLst>
          </p:cNvPr>
          <p:cNvSpPr>
            <a:spLocks noGrp="1"/>
          </p:cNvSpPr>
          <p:nvPr>
            <p:ph type="body" sz="quarter" idx="3"/>
          </p:nvPr>
        </p:nvSpPr>
        <p:spPr>
          <a:xfrm>
            <a:off x="6172200" y="118586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8C9F887-8C64-4DCB-B28E-6E1DF757778F}"/>
              </a:ext>
            </a:extLst>
          </p:cNvPr>
          <p:cNvSpPr>
            <a:spLocks noGrp="1"/>
          </p:cNvSpPr>
          <p:nvPr>
            <p:ph sz="quarter" idx="4"/>
          </p:nvPr>
        </p:nvSpPr>
        <p:spPr>
          <a:xfrm>
            <a:off x="6172200" y="2106614"/>
            <a:ext cx="5183188" cy="408304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A80574B-0CB4-87BA-DB22-D700C1C3F77C}"/>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8/10/24</a:t>
            </a:fld>
            <a:endParaRPr lang="en-US"/>
          </a:p>
        </p:txBody>
      </p:sp>
      <p:sp>
        <p:nvSpPr>
          <p:cNvPr id="8" name="Footer Placeholder 7">
            <a:extLst>
              <a:ext uri="{FF2B5EF4-FFF2-40B4-BE49-F238E27FC236}">
                <a16:creationId xmlns:a16="http://schemas.microsoft.com/office/drawing/2014/main" id="{AE25FBD3-1201-6FF1-7DB2-0C1BCF545B8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88CB2EC7-5FD9-2FA0-683A-AD8C72519718}"/>
              </a:ext>
            </a:extLst>
          </p:cNvPr>
          <p:cNvSpPr>
            <a:spLocks noGrp="1"/>
          </p:cNvSpPr>
          <p:nvPr>
            <p:ph type="sldNum" sz="quarter" idx="12"/>
          </p:nvPr>
        </p:nvSpPr>
        <p:spPr/>
        <p:txBody>
          <a:bodyPr/>
          <a:lstStyle/>
          <a:p>
            <a:fld id="{4A0E460F-6C90-364E-AA71-6C064F716047}" type="slidenum">
              <a:rPr lang="en-US" smtClean="0"/>
              <a:t>‹#›</a:t>
            </a:fld>
            <a:endParaRPr lang="en-US"/>
          </a:p>
        </p:txBody>
      </p:sp>
      <p:cxnSp>
        <p:nvCxnSpPr>
          <p:cNvPr id="10" name="Straight Connector 9">
            <a:extLst>
              <a:ext uri="{FF2B5EF4-FFF2-40B4-BE49-F238E27FC236}">
                <a16:creationId xmlns:a16="http://schemas.microsoft.com/office/drawing/2014/main" id="{A473E797-D026-4CB2-8534-3B0913C54F89}"/>
              </a:ext>
            </a:extLst>
          </p:cNvPr>
          <p:cNvCxnSpPr>
            <a:cxnSpLocks/>
          </p:cNvCxnSpPr>
          <p:nvPr userDrawn="1"/>
        </p:nvCxnSpPr>
        <p:spPr>
          <a:xfrm>
            <a:off x="838200" y="1051034"/>
            <a:ext cx="10515599" cy="0"/>
          </a:xfrm>
          <a:prstGeom prst="line">
            <a:avLst/>
          </a:prstGeom>
          <a:ln w="38100">
            <a:solidFill>
              <a:schemeClr val="tx2">
                <a:lumMod val="75000"/>
                <a:lumOff val="25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19131516"/>
      </p:ext>
    </p:extLst>
  </p:cSld>
  <p:clrMapOvr>
    <a:masterClrMapping/>
  </p:clrMapOvr>
  <p:extLst>
    <p:ext uri="{DCECCB84-F9BA-43D5-87BE-67443E8EF086}">
      <p15:sldGuideLst xmlns:p15="http://schemas.microsoft.com/office/powerpoint/2012/main">
        <p15:guide id="1" orient="horz" pos="686"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E99D4-8848-F972-1C0E-F10BA66AA61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F5EBD19-62F1-F1BF-AC51-601E53D1E274}"/>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8/10/24</a:t>
            </a:fld>
            <a:endParaRPr lang="en-US"/>
          </a:p>
        </p:txBody>
      </p:sp>
      <p:sp>
        <p:nvSpPr>
          <p:cNvPr id="4" name="Footer Placeholder 3">
            <a:extLst>
              <a:ext uri="{FF2B5EF4-FFF2-40B4-BE49-F238E27FC236}">
                <a16:creationId xmlns:a16="http://schemas.microsoft.com/office/drawing/2014/main" id="{35ED8C3C-D39A-BE1E-07F0-EF54F36A07A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B7AD6F8-8AC6-6CD2-5354-1A46A6BA7BE5}"/>
              </a:ext>
            </a:extLst>
          </p:cNvPr>
          <p:cNvSpPr>
            <a:spLocks noGrp="1"/>
          </p:cNvSpPr>
          <p:nvPr>
            <p:ph type="sldNum" sz="quarter" idx="12"/>
          </p:nvPr>
        </p:nvSpPr>
        <p:spPr/>
        <p:txBody>
          <a:bodyPr/>
          <a:lstStyle/>
          <a:p>
            <a:fld id="{4A0E460F-6C90-364E-AA71-6C064F716047}" type="slidenum">
              <a:rPr lang="en-US" smtClean="0"/>
              <a:t>‹#›</a:t>
            </a:fld>
            <a:endParaRPr lang="en-US"/>
          </a:p>
        </p:txBody>
      </p:sp>
      <p:cxnSp>
        <p:nvCxnSpPr>
          <p:cNvPr id="6" name="Straight Connector 5">
            <a:extLst>
              <a:ext uri="{FF2B5EF4-FFF2-40B4-BE49-F238E27FC236}">
                <a16:creationId xmlns:a16="http://schemas.microsoft.com/office/drawing/2014/main" id="{359314A4-A951-54B1-6DC0-9279155E69F0}"/>
              </a:ext>
            </a:extLst>
          </p:cNvPr>
          <p:cNvCxnSpPr>
            <a:cxnSpLocks/>
          </p:cNvCxnSpPr>
          <p:nvPr userDrawn="1"/>
        </p:nvCxnSpPr>
        <p:spPr>
          <a:xfrm>
            <a:off x="838200" y="1051034"/>
            <a:ext cx="10515599" cy="0"/>
          </a:xfrm>
          <a:prstGeom prst="line">
            <a:avLst/>
          </a:prstGeom>
          <a:ln w="38100">
            <a:solidFill>
              <a:schemeClr val="tx2">
                <a:lumMod val="75000"/>
                <a:lumOff val="25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64472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5C5340-B077-DB0D-007E-CD0A5C7535FB}"/>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8/10/24</a:t>
            </a:fld>
            <a:endParaRPr lang="en-US"/>
          </a:p>
        </p:txBody>
      </p:sp>
      <p:sp>
        <p:nvSpPr>
          <p:cNvPr id="3" name="Footer Placeholder 2">
            <a:extLst>
              <a:ext uri="{FF2B5EF4-FFF2-40B4-BE49-F238E27FC236}">
                <a16:creationId xmlns:a16="http://schemas.microsoft.com/office/drawing/2014/main" id="{30D155D4-9857-63AA-87E8-3CC8844F1E2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0F9E8CB-2417-E015-2FB0-C9195BA5AE7C}"/>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3007067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8499D-6259-0551-D7B7-4D086896510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A6BDB78-B8EB-1F34-CF06-72591BB639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954BAB9-265E-F658-A63A-6151364E89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90EDDCE-78E2-6748-CD30-181DB0BA8541}"/>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8/10/24</a:t>
            </a:fld>
            <a:endParaRPr lang="en-US"/>
          </a:p>
        </p:txBody>
      </p:sp>
      <p:sp>
        <p:nvSpPr>
          <p:cNvPr id="6" name="Footer Placeholder 5">
            <a:extLst>
              <a:ext uri="{FF2B5EF4-FFF2-40B4-BE49-F238E27FC236}">
                <a16:creationId xmlns:a16="http://schemas.microsoft.com/office/drawing/2014/main" id="{07B05094-5855-8E10-F87C-52C19E0913F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8419BE2-4579-CC5F-4847-6D7CC426B3FF}"/>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2552513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C0F20-0E83-10F5-6F59-CEB51D783D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0187EEE-B13A-FDB1-8A19-EE0D39E5D8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4DE8C68-CB9B-1E1F-90E8-054F22E5F3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AF4CB60-6ABD-6C79-E4E1-707E2D1AC394}"/>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8/10/24</a:t>
            </a:fld>
            <a:endParaRPr lang="en-US"/>
          </a:p>
        </p:txBody>
      </p:sp>
      <p:sp>
        <p:nvSpPr>
          <p:cNvPr id="6" name="Footer Placeholder 5">
            <a:extLst>
              <a:ext uri="{FF2B5EF4-FFF2-40B4-BE49-F238E27FC236}">
                <a16:creationId xmlns:a16="http://schemas.microsoft.com/office/drawing/2014/main" id="{2ADE3309-AB33-CAB4-5AFA-DD95FBD8367B}"/>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57686881-518F-E663-13FB-EAEA14A63AE7}"/>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3391772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0D06B-6099-7E14-DAC0-373B0E64354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20A64E-F565-5F45-4D8A-0F66C5C6F6F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26C64CE-CC06-33A3-A7B5-39280C0EE39A}"/>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8/10/24</a:t>
            </a:fld>
            <a:endParaRPr lang="en-US"/>
          </a:p>
        </p:txBody>
      </p:sp>
      <p:sp>
        <p:nvSpPr>
          <p:cNvPr id="5" name="Footer Placeholder 4">
            <a:extLst>
              <a:ext uri="{FF2B5EF4-FFF2-40B4-BE49-F238E27FC236}">
                <a16:creationId xmlns:a16="http://schemas.microsoft.com/office/drawing/2014/main" id="{08B13EAA-0C96-C90A-5023-5A6AE908444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73A4E51-A389-BAC7-6104-10F8BBF5E218}"/>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830170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167FAE-47FC-773A-D2CB-02DF3A13179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97915DE-C722-EBEB-B967-F3C2A848DF6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2FF320F-F8B7-E5F3-A82C-29E730823A25}"/>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8/10/24</a:t>
            </a:fld>
            <a:endParaRPr lang="en-US"/>
          </a:p>
        </p:txBody>
      </p:sp>
      <p:sp>
        <p:nvSpPr>
          <p:cNvPr id="5" name="Footer Placeholder 4">
            <a:extLst>
              <a:ext uri="{FF2B5EF4-FFF2-40B4-BE49-F238E27FC236}">
                <a16:creationId xmlns:a16="http://schemas.microsoft.com/office/drawing/2014/main" id="{EB893657-C9AF-31E5-1EAB-5E1D1A10749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4E3EB91-DA44-D3FB-B424-EC3DFBCAAAE2}"/>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1085581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9612CC-667E-9C11-4B19-C671DA530CCC}"/>
              </a:ext>
            </a:extLst>
          </p:cNvPr>
          <p:cNvSpPr/>
          <p:nvPr userDrawn="1"/>
        </p:nvSpPr>
        <p:spPr>
          <a:xfrm>
            <a:off x="0" y="6172091"/>
            <a:ext cx="12192000" cy="685909"/>
          </a:xfrm>
          <a:prstGeom prst="rect">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4713DE2D-0400-0813-5E72-54083F428E1B}"/>
              </a:ext>
            </a:extLst>
          </p:cNvPr>
          <p:cNvSpPr>
            <a:spLocks noGrp="1"/>
          </p:cNvSpPr>
          <p:nvPr>
            <p:ph type="title"/>
          </p:nvPr>
        </p:nvSpPr>
        <p:spPr>
          <a:xfrm>
            <a:off x="838200" y="365125"/>
            <a:ext cx="10515600" cy="685909"/>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99997D46-78C0-A493-A22C-C3C12EF5890E}"/>
              </a:ext>
            </a:extLst>
          </p:cNvPr>
          <p:cNvSpPr>
            <a:spLocks noGrp="1"/>
          </p:cNvSpPr>
          <p:nvPr>
            <p:ph type="body" idx="1"/>
          </p:nvPr>
        </p:nvSpPr>
        <p:spPr>
          <a:xfrm>
            <a:off x="838200" y="1345324"/>
            <a:ext cx="10515600" cy="4831639"/>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BBF7E139-4F5B-88A1-2239-3EF25CB2C017}"/>
              </a:ext>
            </a:extLst>
          </p:cNvPr>
          <p:cNvSpPr>
            <a:spLocks noGrp="1"/>
          </p:cNvSpPr>
          <p:nvPr>
            <p:ph type="sldNum" sz="quarter" idx="4"/>
          </p:nvPr>
        </p:nvSpPr>
        <p:spPr>
          <a:xfrm>
            <a:off x="10699530" y="6356350"/>
            <a:ext cx="654269" cy="365125"/>
          </a:xfrm>
          <a:prstGeom prst="rect">
            <a:avLst/>
          </a:prstGeom>
        </p:spPr>
        <p:txBody>
          <a:bodyPr vert="horz" lIns="91440" tIns="45720" rIns="91440" bIns="45720" rtlCol="0" anchor="ctr"/>
          <a:lstStyle>
            <a:lvl1pPr algn="r">
              <a:defRPr sz="1200">
                <a:solidFill>
                  <a:schemeClr val="bg1"/>
                </a:solidFill>
              </a:defRPr>
            </a:lvl1pPr>
          </a:lstStyle>
          <a:p>
            <a:fld id="{4A0E460F-6C90-364E-AA71-6C064F716047}" type="slidenum">
              <a:rPr lang="en-US" smtClean="0"/>
              <a:pPr/>
              <a:t>‹#›</a:t>
            </a:fld>
            <a:endParaRPr lang="en-US" dirty="0"/>
          </a:p>
        </p:txBody>
      </p:sp>
    </p:spTree>
    <p:extLst>
      <p:ext uri="{BB962C8B-B14F-4D97-AF65-F5344CB8AC3E}">
        <p14:creationId xmlns:p14="http://schemas.microsoft.com/office/powerpoint/2010/main" val="390992032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3200" b="1" kern="1200">
          <a:solidFill>
            <a:schemeClr val="tx2">
              <a:lumMod val="75000"/>
              <a:lumOff val="25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comments" Target="../comments/comment4.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omments" Target="../comments/comment7.xml"/><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omments" Target="../comments/comment8.xml"/><Relationship Id="rId2" Type="http://schemas.openxmlformats.org/officeDocument/2006/relationships/image" Target="../media/image39.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omments" Target="../comments/comment9.xml"/><Relationship Id="rId2" Type="http://schemas.openxmlformats.org/officeDocument/2006/relationships/image" Target="../media/image40.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F56CF-66D7-2A21-8409-F45B5B180278}"/>
              </a:ext>
            </a:extLst>
          </p:cNvPr>
          <p:cNvSpPr>
            <a:spLocks noGrp="1"/>
          </p:cNvSpPr>
          <p:nvPr>
            <p:ph type="title"/>
          </p:nvPr>
        </p:nvSpPr>
        <p:spPr/>
        <p:txBody>
          <a:bodyPr>
            <a:normAutofit/>
          </a:bodyPr>
          <a:lstStyle/>
          <a:p>
            <a:r>
              <a:rPr lang="en-GB" dirty="0"/>
              <a:t>Sales Performance Analysis of Retail Chain</a:t>
            </a:r>
            <a:endParaRPr lang="en-US" dirty="0"/>
          </a:p>
        </p:txBody>
      </p:sp>
      <p:sp>
        <p:nvSpPr>
          <p:cNvPr id="3" name="Content Placeholder 2">
            <a:extLst>
              <a:ext uri="{FF2B5EF4-FFF2-40B4-BE49-F238E27FC236}">
                <a16:creationId xmlns:a16="http://schemas.microsoft.com/office/drawing/2014/main" id="{08280F34-CB36-0196-53F8-8B1765ADDE2E}"/>
              </a:ext>
            </a:extLst>
          </p:cNvPr>
          <p:cNvSpPr>
            <a:spLocks noGrp="1"/>
          </p:cNvSpPr>
          <p:nvPr>
            <p:ph idx="1"/>
          </p:nvPr>
        </p:nvSpPr>
        <p:spPr/>
        <p:txBody>
          <a:bodyPr/>
          <a:lstStyle/>
          <a:p>
            <a:r>
              <a:rPr lang="en-US" b="1" dirty="0">
                <a:solidFill>
                  <a:schemeClr val="tx2">
                    <a:lumMod val="75000"/>
                    <a:lumOff val="25000"/>
                  </a:schemeClr>
                </a:solidFill>
                <a:ea typeface="+mj-ea"/>
              </a:rPr>
              <a:t>Name:</a:t>
            </a:r>
            <a:r>
              <a:rPr lang="en-US" dirty="0">
                <a:solidFill>
                  <a:schemeClr val="tx2">
                    <a:lumMod val="75000"/>
                    <a:lumOff val="25000"/>
                  </a:schemeClr>
                </a:solidFill>
                <a:ea typeface="+mj-ea"/>
              </a:rPr>
              <a:t> </a:t>
            </a:r>
            <a:r>
              <a:rPr lang="en-US" dirty="0" err="1">
                <a:solidFill>
                  <a:schemeClr val="tx2">
                    <a:lumMod val="75000"/>
                    <a:lumOff val="25000"/>
                  </a:schemeClr>
                </a:solidFill>
                <a:ea typeface="+mj-ea"/>
              </a:rPr>
              <a:t>Sokratis</a:t>
            </a:r>
            <a:r>
              <a:rPr lang="en-US" dirty="0">
                <a:solidFill>
                  <a:schemeClr val="tx2">
                    <a:lumMod val="75000"/>
                    <a:lumOff val="25000"/>
                  </a:schemeClr>
                </a:solidFill>
                <a:ea typeface="+mj-ea"/>
              </a:rPr>
              <a:t> </a:t>
            </a:r>
            <a:r>
              <a:rPr lang="en-US" dirty="0" err="1">
                <a:solidFill>
                  <a:schemeClr val="tx2">
                    <a:lumMod val="75000"/>
                    <a:lumOff val="25000"/>
                  </a:schemeClr>
                </a:solidFill>
                <a:ea typeface="+mj-ea"/>
              </a:rPr>
              <a:t>Efthymiou</a:t>
            </a:r>
            <a:endParaRPr lang="en-US" dirty="0">
              <a:solidFill>
                <a:schemeClr val="tx2">
                  <a:lumMod val="75000"/>
                  <a:lumOff val="25000"/>
                </a:schemeClr>
              </a:solidFill>
              <a:ea typeface="+mj-ea"/>
            </a:endParaRPr>
          </a:p>
          <a:p>
            <a:r>
              <a:rPr lang="en-US" b="1" dirty="0">
                <a:solidFill>
                  <a:schemeClr val="tx2">
                    <a:lumMod val="75000"/>
                    <a:lumOff val="25000"/>
                  </a:schemeClr>
                </a:solidFill>
                <a:ea typeface="+mj-ea"/>
              </a:rPr>
              <a:t>Date:</a:t>
            </a:r>
            <a:r>
              <a:rPr lang="en-US" dirty="0">
                <a:solidFill>
                  <a:schemeClr val="tx2">
                    <a:lumMod val="75000"/>
                    <a:lumOff val="25000"/>
                  </a:schemeClr>
                </a:solidFill>
                <a:ea typeface="+mj-ea"/>
              </a:rPr>
              <a:t> 10 Aug 2024</a:t>
            </a:r>
          </a:p>
          <a:p>
            <a:endParaRPr lang="en-US" dirty="0"/>
          </a:p>
        </p:txBody>
      </p:sp>
    </p:spTree>
    <p:extLst>
      <p:ext uri="{BB962C8B-B14F-4D97-AF65-F5344CB8AC3E}">
        <p14:creationId xmlns:p14="http://schemas.microsoft.com/office/powerpoint/2010/main" val="393974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8A2CB-4C34-B1C3-BCA2-B7D7966EB811}"/>
              </a:ext>
            </a:extLst>
          </p:cNvPr>
          <p:cNvSpPr>
            <a:spLocks noGrp="1"/>
          </p:cNvSpPr>
          <p:nvPr>
            <p:ph type="ctrTitle"/>
          </p:nvPr>
        </p:nvSpPr>
        <p:spPr>
          <a:xfrm>
            <a:off x="5527964" y="0"/>
            <a:ext cx="4165600" cy="2387600"/>
          </a:xfrm>
        </p:spPr>
        <p:txBody>
          <a:bodyPr/>
          <a:lstStyle/>
          <a:p>
            <a:r>
              <a:rPr lang="en-US" dirty="0"/>
              <a:t>Business Scenario</a:t>
            </a:r>
          </a:p>
        </p:txBody>
      </p:sp>
      <p:sp>
        <p:nvSpPr>
          <p:cNvPr id="3" name="Subtitle 2">
            <a:extLst>
              <a:ext uri="{FF2B5EF4-FFF2-40B4-BE49-F238E27FC236}">
                <a16:creationId xmlns:a16="http://schemas.microsoft.com/office/drawing/2014/main" id="{195C9D9B-29FB-BA59-D1D5-D7213551ADCF}"/>
              </a:ext>
            </a:extLst>
          </p:cNvPr>
          <p:cNvSpPr>
            <a:spLocks noGrp="1"/>
          </p:cNvSpPr>
          <p:nvPr>
            <p:ph type="subTitle" idx="1"/>
          </p:nvPr>
        </p:nvSpPr>
        <p:spPr>
          <a:xfrm>
            <a:off x="6096000" y="2523436"/>
            <a:ext cx="5854262" cy="3404398"/>
          </a:xfrm>
        </p:spPr>
        <p:txBody>
          <a:bodyPr>
            <a:normAutofit/>
          </a:bodyPr>
          <a:lstStyle/>
          <a:p>
            <a:pPr algn="just">
              <a:lnSpc>
                <a:spcPct val="110000"/>
              </a:lnSpc>
              <a:spcBef>
                <a:spcPct val="0"/>
              </a:spcBef>
            </a:pPr>
            <a:r>
              <a:rPr lang="en-GB" dirty="0">
                <a:solidFill>
                  <a:schemeClr val="tx2">
                    <a:lumMod val="75000"/>
                    <a:lumOff val="25000"/>
                  </a:schemeClr>
                </a:solidFill>
                <a:ea typeface="+mj-ea"/>
              </a:rPr>
              <a:t>This analysis focuses on a retail chain aiming to enhance its sales and inventory strategies.</a:t>
            </a:r>
            <a:endParaRPr lang="en-US" dirty="0"/>
          </a:p>
        </p:txBody>
      </p:sp>
      <p:pic>
        <p:nvPicPr>
          <p:cNvPr id="1028" name="Picture 4" descr="Digital diagrams and graphs">
            <a:extLst>
              <a:ext uri="{FF2B5EF4-FFF2-40B4-BE49-F238E27FC236}">
                <a16:creationId xmlns:a16="http://schemas.microsoft.com/office/drawing/2014/main" id="{773423C6-7FDD-BCD0-407C-1EF070DF0F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661" b="19126"/>
          <a:stretch/>
        </p:blipFill>
        <p:spPr bwMode="auto">
          <a:xfrm>
            <a:off x="0" y="0"/>
            <a:ext cx="5527964" cy="6151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1476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8DD-61E1-757A-4429-B01A52D1D840}"/>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79DC3C78-4448-4D1D-97E7-E642B12828B1}"/>
              </a:ext>
            </a:extLst>
          </p:cNvPr>
          <p:cNvSpPr>
            <a:spLocks noGrp="1"/>
          </p:cNvSpPr>
          <p:nvPr>
            <p:ph idx="1"/>
          </p:nvPr>
        </p:nvSpPr>
        <p:spPr>
          <a:xfrm>
            <a:off x="838200" y="1345324"/>
            <a:ext cx="5257800" cy="4831639"/>
          </a:xfrm>
        </p:spPr>
        <p:txBody>
          <a:bodyPr/>
          <a:lstStyle/>
          <a:p>
            <a:pPr>
              <a:lnSpc>
                <a:spcPct val="140000"/>
              </a:lnSpc>
            </a:pPr>
            <a:r>
              <a:rPr lang="en-US" dirty="0"/>
              <a:t>Introduction</a:t>
            </a:r>
          </a:p>
          <a:p>
            <a:pPr>
              <a:lnSpc>
                <a:spcPct val="140000"/>
              </a:lnSpc>
            </a:pPr>
            <a:r>
              <a:rPr lang="en-US" dirty="0"/>
              <a:t>Methodology</a:t>
            </a:r>
          </a:p>
          <a:p>
            <a:pPr>
              <a:lnSpc>
                <a:spcPct val="140000"/>
              </a:lnSpc>
            </a:pPr>
            <a:r>
              <a:rPr lang="en-US" dirty="0"/>
              <a:t>Results</a:t>
            </a:r>
          </a:p>
          <a:p>
            <a:pPr>
              <a:lnSpc>
                <a:spcPct val="140000"/>
              </a:lnSpc>
            </a:pPr>
            <a:r>
              <a:rPr lang="en-US" dirty="0"/>
              <a:t>Discussion</a:t>
            </a:r>
          </a:p>
          <a:p>
            <a:pPr>
              <a:lnSpc>
                <a:spcPct val="140000"/>
              </a:lnSpc>
            </a:pPr>
            <a:r>
              <a:rPr lang="en-US" dirty="0"/>
              <a:t>Conclusion</a:t>
            </a:r>
          </a:p>
          <a:p>
            <a:pPr>
              <a:lnSpc>
                <a:spcPct val="140000"/>
              </a:lnSpc>
            </a:pPr>
            <a:r>
              <a:rPr lang="en-US" dirty="0"/>
              <a:t>Appendix</a:t>
            </a:r>
          </a:p>
        </p:txBody>
      </p:sp>
      <p:pic>
        <p:nvPicPr>
          <p:cNvPr id="2052" name="Picture 4" descr="Business plan presentation on digital tablet">
            <a:extLst>
              <a:ext uri="{FF2B5EF4-FFF2-40B4-BE49-F238E27FC236}">
                <a16:creationId xmlns:a16="http://schemas.microsoft.com/office/drawing/2014/main" id="{1D664A93-5AFD-A8B1-7204-BD3D1FB0C53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466" b="25974"/>
          <a:stretch/>
        </p:blipFill>
        <p:spPr bwMode="auto">
          <a:xfrm>
            <a:off x="6113365" y="1470015"/>
            <a:ext cx="6078635" cy="433504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3070937-8AF0-C501-1D5B-4FB782ECD7EC}"/>
              </a:ext>
            </a:extLst>
          </p:cNvPr>
          <p:cNvSpPr txBox="1"/>
          <p:nvPr/>
        </p:nvSpPr>
        <p:spPr>
          <a:xfrm>
            <a:off x="8042564" y="4926320"/>
            <a:ext cx="3202196" cy="461665"/>
          </a:xfrm>
          <a:prstGeom prst="rect">
            <a:avLst/>
          </a:prstGeom>
          <a:noFill/>
        </p:spPr>
        <p:txBody>
          <a:bodyPr wrap="square">
            <a:spAutoFit/>
          </a:bodyPr>
          <a:lstStyle/>
          <a:p>
            <a:r>
              <a:rPr lang="en-US" sz="2400" b="1" dirty="0"/>
              <a:t>Stock ID: 47857043</a:t>
            </a:r>
          </a:p>
        </p:txBody>
      </p:sp>
    </p:spTree>
    <p:extLst>
      <p:ext uri="{BB962C8B-B14F-4D97-AF65-F5344CB8AC3E}">
        <p14:creationId xmlns:p14="http://schemas.microsoft.com/office/powerpoint/2010/main" val="473396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838200" y="2193064"/>
            <a:ext cx="10515599" cy="2852737"/>
          </a:xfrm>
        </p:spPr>
        <p:txBody>
          <a:bodyPr/>
          <a:lstStyle/>
          <a:p>
            <a:pPr algn="ctr"/>
            <a:r>
              <a:rPr lang="en-US" dirty="0"/>
              <a:t>Introduction</a:t>
            </a:r>
          </a:p>
        </p:txBody>
      </p:sp>
      <p:pic>
        <p:nvPicPr>
          <p:cNvPr id="4098" name="Picture 2" descr="Presentation Vector icon which can easily modify or edit">
            <a:extLst>
              <a:ext uri="{FF2B5EF4-FFF2-40B4-BE49-F238E27FC236}">
                <a16:creationId xmlns:a16="http://schemas.microsoft.com/office/drawing/2014/main" id="{478A4099-8E3E-30DA-07D0-F0CF543F82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619"/>
          <a:stretch/>
        </p:blipFill>
        <p:spPr bwMode="auto">
          <a:xfrm>
            <a:off x="5108803" y="1737360"/>
            <a:ext cx="2267260" cy="2193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446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CE448-B479-4286-6380-B6FF4983CFB6}"/>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60901865-9A23-42C4-7876-F5CBED683023}"/>
              </a:ext>
            </a:extLst>
          </p:cNvPr>
          <p:cNvSpPr>
            <a:spLocks noGrp="1"/>
          </p:cNvSpPr>
          <p:nvPr>
            <p:ph idx="1"/>
          </p:nvPr>
        </p:nvSpPr>
        <p:spPr>
          <a:xfrm>
            <a:off x="838200" y="1345324"/>
            <a:ext cx="7405255" cy="4831639"/>
          </a:xfrm>
        </p:spPr>
        <p:txBody>
          <a:bodyPr>
            <a:normAutofit/>
          </a:bodyPr>
          <a:lstStyle/>
          <a:p>
            <a:pPr marL="0" indent="0">
              <a:lnSpc>
                <a:spcPct val="115000"/>
              </a:lnSpc>
              <a:spcAft>
                <a:spcPts val="800"/>
              </a:spcAft>
              <a:buNone/>
            </a:pPr>
            <a:r>
              <a:rPr lang="en-GB" sz="2000" dirty="0">
                <a:solidFill>
                  <a:schemeClr val="tx2">
                    <a:lumMod val="75000"/>
                    <a:lumOff val="25000"/>
                  </a:schemeClr>
                </a:solidFill>
                <a:ea typeface="+mj-ea"/>
              </a:rPr>
              <a:t>This analysis focuses on a retail chain aiming to enhance its sales and inventory strategies. The retail chain operates across multiple regions and offers a diverse product range. The purpose of the analysis is to uncover key sales trends, evaluate product performance, and assess regional sales data. By examining sales patterns over time and across various cities and stores, the analysis seeks to identify high-performing products, optimize inventory levels, and provide strategic recommendations to improve overall profitability and operational efficiency.</a:t>
            </a:r>
          </a:p>
          <a:p>
            <a:pPr marL="0" indent="0">
              <a:lnSpc>
                <a:spcPct val="115000"/>
              </a:lnSpc>
              <a:spcAft>
                <a:spcPts val="800"/>
              </a:spcAft>
              <a:buNone/>
            </a:pPr>
            <a:endParaRPr lang="en-US" sz="2000" dirty="0"/>
          </a:p>
        </p:txBody>
      </p:sp>
      <p:pic>
        <p:nvPicPr>
          <p:cNvPr id="3074" name="Picture 2" descr="Full and empty shopping cart symbol shop and sale icon">
            <a:extLst>
              <a:ext uri="{FF2B5EF4-FFF2-40B4-BE49-F238E27FC236}">
                <a16:creationId xmlns:a16="http://schemas.microsoft.com/office/drawing/2014/main" id="{8882E48B-A805-FFC8-16B8-7D843F2165A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3068"/>
          <a:stretch/>
        </p:blipFill>
        <p:spPr bwMode="auto">
          <a:xfrm>
            <a:off x="8700654" y="2409175"/>
            <a:ext cx="2231149" cy="2039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9956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838200" y="2193064"/>
            <a:ext cx="10515599" cy="2852737"/>
          </a:xfrm>
        </p:spPr>
        <p:txBody>
          <a:bodyPr/>
          <a:lstStyle/>
          <a:p>
            <a:pPr algn="ctr"/>
            <a:r>
              <a:rPr lang="en-US" dirty="0"/>
              <a:t>Methodology</a:t>
            </a:r>
          </a:p>
        </p:txBody>
      </p:sp>
      <p:pic>
        <p:nvPicPr>
          <p:cNvPr id="2" name="Picture 1">
            <a:extLst>
              <a:ext uri="{FF2B5EF4-FFF2-40B4-BE49-F238E27FC236}">
                <a16:creationId xmlns:a16="http://schemas.microsoft.com/office/drawing/2014/main" id="{36B8D1DF-6615-DA86-8A6C-3AA5548DCD70}"/>
              </a:ext>
            </a:extLst>
          </p:cNvPr>
          <p:cNvPicPr>
            <a:picLocks noChangeAspect="1"/>
          </p:cNvPicPr>
          <p:nvPr/>
        </p:nvPicPr>
        <p:blipFill>
          <a:blip r:embed="rId2"/>
          <a:stretch>
            <a:fillRect/>
          </a:stretch>
        </p:blipFill>
        <p:spPr>
          <a:xfrm>
            <a:off x="4832350" y="1678396"/>
            <a:ext cx="2527300" cy="2273300"/>
          </a:xfrm>
          <a:prstGeom prst="rect">
            <a:avLst/>
          </a:prstGeom>
        </p:spPr>
      </p:pic>
    </p:spTree>
    <p:extLst>
      <p:ext uri="{BB962C8B-B14F-4D97-AF65-F5344CB8AC3E}">
        <p14:creationId xmlns:p14="http://schemas.microsoft.com/office/powerpoint/2010/main" val="2918927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p:txBody>
          <a:bodyPr/>
          <a:lstStyle/>
          <a:p>
            <a:r>
              <a:rPr lang="en-US" dirty="0"/>
              <a:t>Data Details</a:t>
            </a:r>
          </a:p>
        </p:txBody>
      </p:sp>
      <p:sp>
        <p:nvSpPr>
          <p:cNvPr id="5" name="Content Placeholder 4">
            <a:extLst>
              <a:ext uri="{FF2B5EF4-FFF2-40B4-BE49-F238E27FC236}">
                <a16:creationId xmlns:a16="http://schemas.microsoft.com/office/drawing/2014/main" id="{28072E42-DDEE-F140-AB06-21CFED9B6549}"/>
              </a:ext>
            </a:extLst>
          </p:cNvPr>
          <p:cNvSpPr>
            <a:spLocks noGrp="1"/>
          </p:cNvSpPr>
          <p:nvPr>
            <p:ph idx="1"/>
          </p:nvPr>
        </p:nvSpPr>
        <p:spPr/>
        <p:txBody>
          <a:bodyPr>
            <a:normAutofit/>
          </a:bodyPr>
          <a:lstStyle/>
          <a:p>
            <a:pPr marL="0" indent="0">
              <a:buNone/>
            </a:pPr>
            <a:r>
              <a:rPr lang="en-GB" dirty="0">
                <a:solidFill>
                  <a:schemeClr val="tx2">
                    <a:lumMod val="75000"/>
                    <a:lumOff val="25000"/>
                  </a:schemeClr>
                </a:solidFill>
                <a:ea typeface="+mj-ea"/>
              </a:rPr>
              <a:t>We began with six CSV files containing various datasets: </a:t>
            </a:r>
            <a:r>
              <a:rPr lang="en-GB" dirty="0" err="1">
                <a:solidFill>
                  <a:schemeClr val="tx2">
                    <a:lumMod val="75000"/>
                    <a:lumOff val="25000"/>
                  </a:schemeClr>
                </a:solidFill>
                <a:ea typeface="+mj-ea"/>
              </a:rPr>
              <a:t>sales.csv</a:t>
            </a:r>
            <a:r>
              <a:rPr lang="en-GB" dirty="0">
                <a:solidFill>
                  <a:schemeClr val="tx2">
                    <a:lumMod val="75000"/>
                    <a:lumOff val="25000"/>
                  </a:schemeClr>
                </a:solidFill>
                <a:ea typeface="+mj-ea"/>
              </a:rPr>
              <a:t>, </a:t>
            </a:r>
            <a:r>
              <a:rPr lang="en-GB" dirty="0" err="1">
                <a:solidFill>
                  <a:schemeClr val="tx2">
                    <a:lumMod val="75000"/>
                    <a:lumOff val="25000"/>
                  </a:schemeClr>
                </a:solidFill>
                <a:ea typeface="+mj-ea"/>
              </a:rPr>
              <a:t>product_hierarchy.csv</a:t>
            </a:r>
            <a:r>
              <a:rPr lang="en-GB" dirty="0">
                <a:solidFill>
                  <a:schemeClr val="tx2">
                    <a:lumMod val="75000"/>
                    <a:lumOff val="25000"/>
                  </a:schemeClr>
                </a:solidFill>
                <a:ea typeface="+mj-ea"/>
              </a:rPr>
              <a:t>, </a:t>
            </a:r>
            <a:r>
              <a:rPr lang="en-GB" dirty="0" err="1">
                <a:solidFill>
                  <a:schemeClr val="tx2">
                    <a:lumMod val="75000"/>
                    <a:lumOff val="25000"/>
                  </a:schemeClr>
                </a:solidFill>
                <a:ea typeface="+mj-ea"/>
              </a:rPr>
              <a:t>store_cities.csv</a:t>
            </a:r>
            <a:r>
              <a:rPr lang="en-GB" dirty="0">
                <a:solidFill>
                  <a:schemeClr val="tx2">
                    <a:lumMod val="75000"/>
                    <a:lumOff val="25000"/>
                  </a:schemeClr>
                </a:solidFill>
                <a:ea typeface="+mj-ea"/>
              </a:rPr>
              <a:t>, </a:t>
            </a:r>
            <a:r>
              <a:rPr lang="en-GB" dirty="0" err="1">
                <a:solidFill>
                  <a:schemeClr val="tx2">
                    <a:lumMod val="75000"/>
                    <a:lumOff val="25000"/>
                  </a:schemeClr>
                </a:solidFill>
                <a:ea typeface="+mj-ea"/>
              </a:rPr>
              <a:t>store_names.csv</a:t>
            </a:r>
            <a:r>
              <a:rPr lang="en-GB" dirty="0">
                <a:solidFill>
                  <a:schemeClr val="tx2">
                    <a:lumMod val="75000"/>
                    <a:lumOff val="25000"/>
                  </a:schemeClr>
                </a:solidFill>
                <a:ea typeface="+mj-ea"/>
              </a:rPr>
              <a:t>, </a:t>
            </a:r>
            <a:r>
              <a:rPr lang="en-GB" dirty="0" err="1">
                <a:solidFill>
                  <a:schemeClr val="tx2">
                    <a:lumMod val="75000"/>
                    <a:lumOff val="25000"/>
                  </a:schemeClr>
                </a:solidFill>
                <a:ea typeface="+mj-ea"/>
              </a:rPr>
              <a:t>city_names.csv</a:t>
            </a:r>
            <a:r>
              <a:rPr lang="en-GB" dirty="0">
                <a:solidFill>
                  <a:schemeClr val="tx2">
                    <a:lumMod val="75000"/>
                    <a:lumOff val="25000"/>
                  </a:schemeClr>
                </a:solidFill>
                <a:ea typeface="+mj-ea"/>
              </a:rPr>
              <a:t>, and </a:t>
            </a:r>
            <a:r>
              <a:rPr lang="en-GB" dirty="0" err="1">
                <a:solidFill>
                  <a:schemeClr val="tx2">
                    <a:lumMod val="75000"/>
                    <a:lumOff val="25000"/>
                  </a:schemeClr>
                </a:solidFill>
                <a:ea typeface="+mj-ea"/>
              </a:rPr>
              <a:t>product_names.csv</a:t>
            </a:r>
            <a:r>
              <a:rPr lang="en-GB" dirty="0">
                <a:solidFill>
                  <a:schemeClr val="tx2">
                    <a:lumMod val="75000"/>
                    <a:lumOff val="25000"/>
                  </a:schemeClr>
                </a:solidFill>
                <a:ea typeface="+mj-ea"/>
              </a:rPr>
              <a:t>. These datasets included information on sales transactions, product hierarchies, store locations, and city names. The initial data was raw and needed cleaning and integration. We used Excel to merge these datasets, ensuring that related columns (like product IDs, store IDs, and city IDs) aligned correctly to form a comprehensive dataset for analysis.</a:t>
            </a:r>
          </a:p>
          <a:p>
            <a:pPr marL="0" indent="0">
              <a:buNone/>
            </a:pPr>
            <a:endParaRPr lang="en-US" sz="2000" dirty="0"/>
          </a:p>
        </p:txBody>
      </p:sp>
    </p:spTree>
    <p:extLst>
      <p:ext uri="{BB962C8B-B14F-4D97-AF65-F5344CB8AC3E}">
        <p14:creationId xmlns:p14="http://schemas.microsoft.com/office/powerpoint/2010/main" val="589556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p:txBody>
          <a:bodyPr/>
          <a:lstStyle/>
          <a:p>
            <a:r>
              <a:rPr lang="en-US" dirty="0"/>
              <a:t>Module 1: Data Cleaning and Preparation Using Excel </a:t>
            </a:r>
          </a:p>
        </p:txBody>
      </p:sp>
      <p:sp>
        <p:nvSpPr>
          <p:cNvPr id="5" name="Content Placeholder 4">
            <a:extLst>
              <a:ext uri="{FF2B5EF4-FFF2-40B4-BE49-F238E27FC236}">
                <a16:creationId xmlns:a16="http://schemas.microsoft.com/office/drawing/2014/main" id="{28072E42-DDEE-F140-AB06-21CFED9B6549}"/>
              </a:ext>
            </a:extLst>
          </p:cNvPr>
          <p:cNvSpPr>
            <a:spLocks noGrp="1"/>
          </p:cNvSpPr>
          <p:nvPr>
            <p:ph idx="1"/>
          </p:nvPr>
        </p:nvSpPr>
        <p:spPr/>
        <p:txBody>
          <a:bodyPr>
            <a:normAutofit/>
          </a:bodyPr>
          <a:lstStyle/>
          <a:p>
            <a:pPr marL="0" indent="0">
              <a:buNone/>
            </a:pPr>
            <a:r>
              <a:rPr lang="en-GB" dirty="0">
                <a:solidFill>
                  <a:schemeClr val="tx2">
                    <a:lumMod val="75000"/>
                    <a:lumOff val="25000"/>
                  </a:schemeClr>
                </a:solidFill>
                <a:ea typeface="+mj-ea"/>
              </a:rPr>
              <a:t>The initial data was raw and needed cleaning and integration. We used Excel to merge these datasets, ensuring that related columns (like product IDs, store IDs, and city IDs) aligned correctly to form a comprehensive dataset for analysis.</a:t>
            </a:r>
          </a:p>
        </p:txBody>
      </p:sp>
    </p:spTree>
    <p:extLst>
      <p:ext uri="{BB962C8B-B14F-4D97-AF65-F5344CB8AC3E}">
        <p14:creationId xmlns:p14="http://schemas.microsoft.com/office/powerpoint/2010/main" val="3904601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p:txBody>
          <a:bodyPr>
            <a:normAutofit fontScale="90000"/>
          </a:bodyPr>
          <a:lstStyle/>
          <a:p>
            <a:r>
              <a:rPr lang="en-US" dirty="0"/>
              <a:t>Module 2: Data </a:t>
            </a:r>
            <a:r>
              <a:rPr lang="en-GB" dirty="0"/>
              <a:t>Querying and Analysis Using PostgreSQL </a:t>
            </a:r>
            <a:endParaRPr lang="en-US" dirty="0"/>
          </a:p>
        </p:txBody>
      </p:sp>
      <p:sp>
        <p:nvSpPr>
          <p:cNvPr id="5" name="Content Placeholder 4">
            <a:extLst>
              <a:ext uri="{FF2B5EF4-FFF2-40B4-BE49-F238E27FC236}">
                <a16:creationId xmlns:a16="http://schemas.microsoft.com/office/drawing/2014/main" id="{28072E42-DDEE-F140-AB06-21CFED9B6549}"/>
              </a:ext>
            </a:extLst>
          </p:cNvPr>
          <p:cNvSpPr>
            <a:spLocks noGrp="1"/>
          </p:cNvSpPr>
          <p:nvPr>
            <p:ph idx="1"/>
          </p:nvPr>
        </p:nvSpPr>
        <p:spPr/>
        <p:txBody>
          <a:bodyPr>
            <a:normAutofit/>
          </a:bodyPr>
          <a:lstStyle/>
          <a:p>
            <a:pPr marL="0" indent="0">
              <a:buNone/>
            </a:pPr>
            <a:r>
              <a:rPr lang="en-GB" dirty="0">
                <a:solidFill>
                  <a:schemeClr val="tx2">
                    <a:lumMod val="75000"/>
                    <a:lumOff val="25000"/>
                  </a:schemeClr>
                </a:solidFill>
                <a:ea typeface="+mj-ea"/>
              </a:rPr>
              <a:t>In PostgreSQL, we performed detailed data analysis using SQL queries. We created data cubes with the ROLLUP function to aggregate sales data across different dimensions, such as store and time. This helped in summarizing sales figures at various levels (e.g., by month and by store). We also summarized sales data along product hierarchies to understand sales distribution and performance across different product levels. Additionally, we </a:t>
            </a:r>
            <a:r>
              <a:rPr lang="en-GB" dirty="0" err="1">
                <a:solidFill>
                  <a:schemeClr val="tx2">
                    <a:lumMod val="75000"/>
                    <a:lumOff val="25000"/>
                  </a:schemeClr>
                </a:solidFill>
                <a:ea typeface="+mj-ea"/>
              </a:rPr>
              <a:t>analyzed</a:t>
            </a:r>
            <a:r>
              <a:rPr lang="en-GB" dirty="0">
                <a:solidFill>
                  <a:schemeClr val="tx2">
                    <a:lumMod val="75000"/>
                    <a:lumOff val="25000"/>
                  </a:schemeClr>
                </a:solidFill>
                <a:ea typeface="+mj-ea"/>
              </a:rPr>
              <a:t> sales trends over time and across regions to identify patterns and performance insights.</a:t>
            </a:r>
            <a:endParaRPr lang="en-US" dirty="0">
              <a:solidFill>
                <a:schemeClr val="tx2">
                  <a:lumMod val="75000"/>
                  <a:lumOff val="25000"/>
                </a:schemeClr>
              </a:solidFill>
              <a:ea typeface="+mj-ea"/>
            </a:endParaRPr>
          </a:p>
          <a:p>
            <a:pPr marL="0" indent="0">
              <a:buNone/>
            </a:pPr>
            <a:endParaRPr lang="en-US" sz="2000" dirty="0"/>
          </a:p>
        </p:txBody>
      </p:sp>
    </p:spTree>
    <p:extLst>
      <p:ext uri="{BB962C8B-B14F-4D97-AF65-F5344CB8AC3E}">
        <p14:creationId xmlns:p14="http://schemas.microsoft.com/office/powerpoint/2010/main" val="1801327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p:txBody>
          <a:bodyPr/>
          <a:lstStyle/>
          <a:p>
            <a:r>
              <a:rPr lang="en-US" dirty="0"/>
              <a:t>Module 3: Data Visualization and Statistical Analysis </a:t>
            </a:r>
          </a:p>
        </p:txBody>
      </p:sp>
      <p:sp>
        <p:nvSpPr>
          <p:cNvPr id="5" name="Content Placeholder 4">
            <a:extLst>
              <a:ext uri="{FF2B5EF4-FFF2-40B4-BE49-F238E27FC236}">
                <a16:creationId xmlns:a16="http://schemas.microsoft.com/office/drawing/2014/main" id="{28072E42-DDEE-F140-AB06-21CFED9B6549}"/>
              </a:ext>
            </a:extLst>
          </p:cNvPr>
          <p:cNvSpPr>
            <a:spLocks noGrp="1"/>
          </p:cNvSpPr>
          <p:nvPr>
            <p:ph idx="1"/>
          </p:nvPr>
        </p:nvSpPr>
        <p:spPr/>
        <p:txBody>
          <a:bodyPr vert="horz" lIns="91440" tIns="45720" rIns="91440" bIns="45720" rtlCol="0">
            <a:normAutofit/>
          </a:bodyPr>
          <a:lstStyle/>
          <a:p>
            <a:pPr marL="0" indent="0">
              <a:buNone/>
            </a:pPr>
            <a:r>
              <a:rPr lang="en-GB" dirty="0">
                <a:solidFill>
                  <a:schemeClr val="tx2">
                    <a:lumMod val="75000"/>
                    <a:lumOff val="25000"/>
                  </a:schemeClr>
                </a:solidFill>
                <a:ea typeface="+mj-ea"/>
              </a:rPr>
              <a:t>Using Excel, we visualized the sales data through various types of charts:</a:t>
            </a:r>
          </a:p>
          <a:p>
            <a:pPr>
              <a:buFont typeface="Arial" panose="020B0604020202020204" pitchFamily="34" charset="0"/>
              <a:buChar char="•"/>
            </a:pPr>
            <a:r>
              <a:rPr lang="en-GB" b="1" dirty="0">
                <a:solidFill>
                  <a:schemeClr val="tx2">
                    <a:lumMod val="75000"/>
                    <a:lumOff val="25000"/>
                  </a:schemeClr>
                </a:solidFill>
                <a:ea typeface="+mj-ea"/>
              </a:rPr>
              <a:t>Line Chart</a:t>
            </a:r>
            <a:r>
              <a:rPr lang="en-GB" dirty="0">
                <a:solidFill>
                  <a:schemeClr val="tx2">
                    <a:lumMod val="75000"/>
                    <a:lumOff val="25000"/>
                  </a:schemeClr>
                </a:solidFill>
                <a:ea typeface="+mj-ea"/>
              </a:rPr>
              <a:t>: To observe sales trends over time.</a:t>
            </a:r>
          </a:p>
          <a:p>
            <a:pPr>
              <a:buFont typeface="Arial" panose="020B0604020202020204" pitchFamily="34" charset="0"/>
              <a:buChar char="•"/>
            </a:pPr>
            <a:r>
              <a:rPr lang="en-GB" b="1" dirty="0">
                <a:solidFill>
                  <a:schemeClr val="tx2">
                    <a:lumMod val="75000"/>
                    <a:lumOff val="25000"/>
                  </a:schemeClr>
                </a:solidFill>
                <a:ea typeface="+mj-ea"/>
              </a:rPr>
              <a:t>Bar Chart</a:t>
            </a:r>
            <a:r>
              <a:rPr lang="en-GB" dirty="0">
                <a:solidFill>
                  <a:schemeClr val="tx2">
                    <a:lumMod val="75000"/>
                    <a:lumOff val="25000"/>
                  </a:schemeClr>
                </a:solidFill>
                <a:ea typeface="+mj-ea"/>
              </a:rPr>
              <a:t>: To compare total sales across different stores.</a:t>
            </a:r>
          </a:p>
          <a:p>
            <a:pPr>
              <a:buFont typeface="Arial" panose="020B0604020202020204" pitchFamily="34" charset="0"/>
              <a:buChar char="•"/>
            </a:pPr>
            <a:r>
              <a:rPr lang="en-GB" b="1" dirty="0">
                <a:solidFill>
                  <a:schemeClr val="tx2">
                    <a:lumMod val="75000"/>
                    <a:lumOff val="25000"/>
                  </a:schemeClr>
                </a:solidFill>
                <a:ea typeface="+mj-ea"/>
              </a:rPr>
              <a:t>Sunburst Chart</a:t>
            </a:r>
            <a:r>
              <a:rPr lang="en-GB" dirty="0">
                <a:solidFill>
                  <a:schemeClr val="tx2">
                    <a:lumMod val="75000"/>
                    <a:lumOff val="25000"/>
                  </a:schemeClr>
                </a:solidFill>
                <a:ea typeface="+mj-ea"/>
              </a:rPr>
              <a:t>: To display hierarchical relationships and sales distribution across products and stores.</a:t>
            </a:r>
          </a:p>
          <a:p>
            <a:pPr>
              <a:buFont typeface="Arial" panose="020B0604020202020204" pitchFamily="34" charset="0"/>
              <a:buChar char="•"/>
            </a:pPr>
            <a:r>
              <a:rPr lang="en-GB" b="1" dirty="0">
                <a:solidFill>
                  <a:schemeClr val="tx2">
                    <a:lumMod val="75000"/>
                    <a:lumOff val="25000"/>
                  </a:schemeClr>
                </a:solidFill>
                <a:ea typeface="+mj-ea"/>
              </a:rPr>
              <a:t>Scatter Plot</a:t>
            </a:r>
            <a:r>
              <a:rPr lang="en-GB" dirty="0">
                <a:solidFill>
                  <a:schemeClr val="tx2">
                    <a:lumMod val="75000"/>
                    <a:lumOff val="25000"/>
                  </a:schemeClr>
                </a:solidFill>
                <a:ea typeface="+mj-ea"/>
              </a:rPr>
              <a:t>: To explore the relationship between sales and stock levels. In statistical analysis, we conducted regression analysis to understand the impact of time on sales, interpreting coefficients, p-values, and R-squared values to gauge the strength and significance of relationships in the data</a:t>
            </a:r>
          </a:p>
          <a:p>
            <a:pPr marL="0" indent="0">
              <a:buNone/>
            </a:pPr>
            <a:endParaRPr lang="en-US" sz="2000" dirty="0"/>
          </a:p>
        </p:txBody>
      </p:sp>
    </p:spTree>
    <p:extLst>
      <p:ext uri="{BB962C8B-B14F-4D97-AF65-F5344CB8AC3E}">
        <p14:creationId xmlns:p14="http://schemas.microsoft.com/office/powerpoint/2010/main" val="259869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a:xfrm>
            <a:off x="838200" y="365125"/>
            <a:ext cx="10957560" cy="685909"/>
          </a:xfrm>
        </p:spPr>
        <p:txBody>
          <a:bodyPr>
            <a:normAutofit fontScale="90000"/>
          </a:bodyPr>
          <a:lstStyle/>
          <a:p>
            <a:r>
              <a:rPr lang="en-US" dirty="0"/>
              <a:t>Module 4: Data Visualization and Dashboards Using Tableau</a:t>
            </a:r>
          </a:p>
        </p:txBody>
      </p:sp>
      <p:sp>
        <p:nvSpPr>
          <p:cNvPr id="5" name="Content Placeholder 4">
            <a:extLst>
              <a:ext uri="{FF2B5EF4-FFF2-40B4-BE49-F238E27FC236}">
                <a16:creationId xmlns:a16="http://schemas.microsoft.com/office/drawing/2014/main" id="{28072E42-DDEE-F140-AB06-21CFED9B6549}"/>
              </a:ext>
            </a:extLst>
          </p:cNvPr>
          <p:cNvSpPr>
            <a:spLocks noGrp="1"/>
          </p:cNvSpPr>
          <p:nvPr>
            <p:ph idx="1"/>
          </p:nvPr>
        </p:nvSpPr>
        <p:spPr/>
        <p:txBody>
          <a:bodyPr vert="horz" lIns="91440" tIns="45720" rIns="91440" bIns="45720" rtlCol="0">
            <a:normAutofit/>
          </a:bodyPr>
          <a:lstStyle/>
          <a:p>
            <a:pPr marL="0" indent="0">
              <a:buNone/>
            </a:pPr>
            <a:r>
              <a:rPr lang="en-GB" sz="2000" dirty="0">
                <a:solidFill>
                  <a:schemeClr val="tx2">
                    <a:lumMod val="75000"/>
                    <a:lumOff val="25000"/>
                  </a:schemeClr>
                </a:solidFill>
                <a:ea typeface="+mj-ea"/>
              </a:rPr>
              <a:t>We imported the cleaned and integrated data into Tableau to create interactive visualizations:</a:t>
            </a:r>
          </a:p>
          <a:p>
            <a:pPr>
              <a:buFont typeface="Arial" panose="020B0604020202020204" pitchFamily="34" charset="0"/>
              <a:buChar char="•"/>
            </a:pPr>
            <a:r>
              <a:rPr lang="en-GB" sz="2000" b="1" dirty="0">
                <a:solidFill>
                  <a:schemeClr val="tx2">
                    <a:lumMod val="75000"/>
                    <a:lumOff val="25000"/>
                  </a:schemeClr>
                </a:solidFill>
                <a:ea typeface="+mj-ea"/>
              </a:rPr>
              <a:t>Bar Chart</a:t>
            </a:r>
            <a:r>
              <a:rPr lang="en-GB" sz="2000" dirty="0">
                <a:solidFill>
                  <a:schemeClr val="tx2">
                    <a:lumMod val="75000"/>
                    <a:lumOff val="25000"/>
                  </a:schemeClr>
                </a:solidFill>
                <a:ea typeface="+mj-ea"/>
              </a:rPr>
              <a:t>: To show total sales and revenue per city.</a:t>
            </a:r>
          </a:p>
          <a:p>
            <a:pPr>
              <a:buFont typeface="Arial" panose="020B0604020202020204" pitchFamily="34" charset="0"/>
              <a:buChar char="•"/>
            </a:pPr>
            <a:r>
              <a:rPr lang="en-GB" sz="2000" b="1" dirty="0">
                <a:solidFill>
                  <a:schemeClr val="tx2">
                    <a:lumMod val="75000"/>
                    <a:lumOff val="25000"/>
                  </a:schemeClr>
                </a:solidFill>
                <a:ea typeface="+mj-ea"/>
              </a:rPr>
              <a:t>Line Chart</a:t>
            </a:r>
            <a:r>
              <a:rPr lang="en-GB" sz="2000" dirty="0">
                <a:solidFill>
                  <a:schemeClr val="tx2">
                    <a:lumMod val="75000"/>
                    <a:lumOff val="25000"/>
                  </a:schemeClr>
                </a:solidFill>
                <a:ea typeface="+mj-ea"/>
              </a:rPr>
              <a:t>: To track sales trends over time.</a:t>
            </a:r>
          </a:p>
          <a:p>
            <a:pPr>
              <a:buFont typeface="Arial" panose="020B0604020202020204" pitchFamily="34" charset="0"/>
              <a:buChar char="•"/>
            </a:pPr>
            <a:r>
              <a:rPr lang="en-GB" sz="2000" b="1" dirty="0">
                <a:solidFill>
                  <a:schemeClr val="tx2">
                    <a:lumMod val="75000"/>
                    <a:lumOff val="25000"/>
                  </a:schemeClr>
                </a:solidFill>
                <a:ea typeface="+mj-ea"/>
              </a:rPr>
              <a:t>Scatter Plot</a:t>
            </a:r>
            <a:r>
              <a:rPr lang="en-GB" sz="2000" dirty="0">
                <a:solidFill>
                  <a:schemeClr val="tx2">
                    <a:lumMod val="75000"/>
                    <a:lumOff val="25000"/>
                  </a:schemeClr>
                </a:solidFill>
                <a:ea typeface="+mj-ea"/>
              </a:rPr>
              <a:t>: To </a:t>
            </a:r>
            <a:r>
              <a:rPr lang="en-GB" sz="2000" dirty="0" err="1">
                <a:solidFill>
                  <a:schemeClr val="tx2">
                    <a:lumMod val="75000"/>
                    <a:lumOff val="25000"/>
                  </a:schemeClr>
                </a:solidFill>
                <a:ea typeface="+mj-ea"/>
              </a:rPr>
              <a:t>analyze</a:t>
            </a:r>
            <a:r>
              <a:rPr lang="en-GB" sz="2000" dirty="0">
                <a:solidFill>
                  <a:schemeClr val="tx2">
                    <a:lumMod val="75000"/>
                    <a:lumOff val="25000"/>
                  </a:schemeClr>
                </a:solidFill>
                <a:ea typeface="+mj-ea"/>
              </a:rPr>
              <a:t> sales versus stock levels with revenue highlighted by </a:t>
            </a:r>
            <a:r>
              <a:rPr lang="en-GB" sz="2000" dirty="0" err="1">
                <a:solidFill>
                  <a:schemeClr val="tx2">
                    <a:lumMod val="75000"/>
                    <a:lumOff val="25000"/>
                  </a:schemeClr>
                </a:solidFill>
                <a:ea typeface="+mj-ea"/>
              </a:rPr>
              <a:t>color</a:t>
            </a:r>
            <a:r>
              <a:rPr lang="en-GB" sz="2000" dirty="0">
                <a:solidFill>
                  <a:schemeClr val="tx2">
                    <a:lumMod val="75000"/>
                    <a:lumOff val="25000"/>
                  </a:schemeClr>
                </a:solidFill>
                <a:ea typeface="+mj-ea"/>
              </a:rPr>
              <a:t> and stock levels shown by size.</a:t>
            </a:r>
          </a:p>
          <a:p>
            <a:pPr>
              <a:buFont typeface="Arial" panose="020B0604020202020204" pitchFamily="34" charset="0"/>
              <a:buChar char="•"/>
            </a:pPr>
            <a:r>
              <a:rPr lang="en-GB" sz="2000" b="1" dirty="0">
                <a:solidFill>
                  <a:schemeClr val="tx2">
                    <a:lumMod val="75000"/>
                    <a:lumOff val="25000"/>
                  </a:schemeClr>
                </a:solidFill>
                <a:ea typeface="+mj-ea"/>
              </a:rPr>
              <a:t>Packed Bubbles Chart</a:t>
            </a:r>
            <a:r>
              <a:rPr lang="en-GB" sz="2000" dirty="0">
                <a:solidFill>
                  <a:schemeClr val="tx2">
                    <a:lumMod val="75000"/>
                    <a:lumOff val="25000"/>
                  </a:schemeClr>
                </a:solidFill>
                <a:ea typeface="+mj-ea"/>
              </a:rPr>
              <a:t>: To visualize the distribution of sales across different categories. Dashboards were created to consolidate these visualizations, providing a comprehensive overview of sales performance. We used interactive elements like filters and highlight actions to allow users to drill down into specific data points and gain actionable insights.</a:t>
            </a:r>
          </a:p>
          <a:p>
            <a:pPr marL="0" indent="0">
              <a:buNone/>
            </a:pPr>
            <a:endParaRPr lang="en-US" sz="2000" dirty="0"/>
          </a:p>
        </p:txBody>
      </p:sp>
    </p:spTree>
    <p:extLst>
      <p:ext uri="{BB962C8B-B14F-4D97-AF65-F5344CB8AC3E}">
        <p14:creationId xmlns:p14="http://schemas.microsoft.com/office/powerpoint/2010/main" val="3424903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838200" y="2193064"/>
            <a:ext cx="10515599" cy="2852737"/>
          </a:xfrm>
        </p:spPr>
        <p:txBody>
          <a:bodyPr/>
          <a:lstStyle/>
          <a:p>
            <a:pPr algn="ctr"/>
            <a:r>
              <a:rPr lang="en-US" dirty="0"/>
              <a:t>Results</a:t>
            </a:r>
          </a:p>
        </p:txBody>
      </p:sp>
      <p:pic>
        <p:nvPicPr>
          <p:cNvPr id="3" name="Picture 2" descr="A computer screen with a graph and clock&#10;&#10;Description automatically generated">
            <a:extLst>
              <a:ext uri="{FF2B5EF4-FFF2-40B4-BE49-F238E27FC236}">
                <a16:creationId xmlns:a16="http://schemas.microsoft.com/office/drawing/2014/main" id="{810773B5-4953-DEB8-8A25-6343780FF13E}"/>
              </a:ext>
            </a:extLst>
          </p:cNvPr>
          <p:cNvPicPr>
            <a:picLocks noChangeAspect="1"/>
          </p:cNvPicPr>
          <p:nvPr/>
        </p:nvPicPr>
        <p:blipFill>
          <a:blip r:embed="rId2"/>
          <a:stretch>
            <a:fillRect/>
          </a:stretch>
        </p:blipFill>
        <p:spPr>
          <a:xfrm>
            <a:off x="4507865" y="1353157"/>
            <a:ext cx="3176270" cy="2703767"/>
          </a:xfrm>
          <a:prstGeom prst="rect">
            <a:avLst/>
          </a:prstGeom>
        </p:spPr>
      </p:pic>
    </p:spTree>
    <p:extLst>
      <p:ext uri="{BB962C8B-B14F-4D97-AF65-F5344CB8AC3E}">
        <p14:creationId xmlns:p14="http://schemas.microsoft.com/office/powerpoint/2010/main" val="3773865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4C2AC11E-3162-4990-A36E-92B07ECF1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9" name="Rectangle 58">
            <a:extLst>
              <a:ext uri="{FF2B5EF4-FFF2-40B4-BE49-F238E27FC236}">
                <a16:creationId xmlns:a16="http://schemas.microsoft.com/office/drawing/2014/main" id="{9073D962-D3D2-4A72-8593-65C213CBFF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4" y="633619"/>
            <a:ext cx="4520912"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a:xfrm>
            <a:off x="838200" y="978408"/>
            <a:ext cx="3721608" cy="1106424"/>
          </a:xfrm>
        </p:spPr>
        <p:txBody>
          <a:bodyPr>
            <a:normAutofit/>
          </a:bodyPr>
          <a:lstStyle/>
          <a:p>
            <a:r>
              <a:rPr lang="en-US" sz="2400" dirty="0"/>
              <a:t>Module 1, Lesson 1: Data Cleaning and Preparation</a:t>
            </a:r>
          </a:p>
        </p:txBody>
      </p:sp>
      <p:sp>
        <p:nvSpPr>
          <p:cNvPr id="61" name="Rectangle 60">
            <a:extLst>
              <a:ext uri="{FF2B5EF4-FFF2-40B4-BE49-F238E27FC236}">
                <a16:creationId xmlns:a16="http://schemas.microsoft.com/office/drawing/2014/main" id="{2387511B-F6E1-4929-AC90-94FB8B6B0F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Rectangle 62">
            <a:extLst>
              <a:ext uri="{FF2B5EF4-FFF2-40B4-BE49-F238E27FC236}">
                <a16:creationId xmlns:a16="http://schemas.microsoft.com/office/drawing/2014/main" id="{AA58F78C-27AB-465F-AA33-15E08AF267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6" y="2185416"/>
            <a:ext cx="3683187"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Content Placeholder 53">
            <a:extLst>
              <a:ext uri="{FF2B5EF4-FFF2-40B4-BE49-F238E27FC236}">
                <a16:creationId xmlns:a16="http://schemas.microsoft.com/office/drawing/2014/main" id="{387E191D-2305-E326-FEE6-620C316D02ED}"/>
              </a:ext>
            </a:extLst>
          </p:cNvPr>
          <p:cNvSpPr>
            <a:spLocks noGrp="1"/>
          </p:cNvSpPr>
          <p:nvPr>
            <p:ph idx="1"/>
          </p:nvPr>
        </p:nvSpPr>
        <p:spPr>
          <a:xfrm>
            <a:off x="838200" y="2295144"/>
            <a:ext cx="3721608" cy="3502152"/>
          </a:xfrm>
        </p:spPr>
        <p:txBody>
          <a:bodyPr>
            <a:normAutofit/>
          </a:bodyPr>
          <a:lstStyle/>
          <a:p>
            <a:pPr marL="0" indent="0">
              <a:spcBef>
                <a:spcPct val="0"/>
              </a:spcBef>
              <a:buNone/>
            </a:pPr>
            <a:r>
              <a:rPr lang="en-GB" sz="1400" dirty="0">
                <a:solidFill>
                  <a:schemeClr val="tx2">
                    <a:lumMod val="75000"/>
                    <a:lumOff val="25000"/>
                  </a:schemeClr>
                </a:solidFill>
                <a:ea typeface="+mj-ea"/>
              </a:rPr>
              <a:t>In this phase, we consolidated multiple datasets from CSV files, including sales, product hierarchies, store information, and city data. The cleaned dataset integrated relevant columns (e.g., product IDs, store IDs, and city IDs), ensuring that all records were accurate and complete. This prepared dataset was essential for accurate and reliable analysis, enabling us to perform subsequent tasks such as trend analysis and data visualization effectively. Proper data cleaning ensures that the insights derived are based on a robust and error-free dataset, leading to more actionable and reliable conclusions.</a:t>
            </a:r>
            <a:endParaRPr lang="en-US" sz="1400" dirty="0">
              <a:solidFill>
                <a:schemeClr val="tx2">
                  <a:lumMod val="75000"/>
                  <a:lumOff val="25000"/>
                </a:schemeClr>
              </a:solidFill>
              <a:ea typeface="+mj-ea"/>
            </a:endParaRPr>
          </a:p>
        </p:txBody>
      </p:sp>
      <p:pic>
        <p:nvPicPr>
          <p:cNvPr id="50" name="Picture 49" descr="A screenshot of a computer&#10;&#10;Description automatically generated">
            <a:extLst>
              <a:ext uri="{FF2B5EF4-FFF2-40B4-BE49-F238E27FC236}">
                <a16:creationId xmlns:a16="http://schemas.microsoft.com/office/drawing/2014/main" id="{45EA8531-A67D-4C4E-9BEB-20A064584D6E}"/>
              </a:ext>
            </a:extLst>
          </p:cNvPr>
          <p:cNvPicPr>
            <a:picLocks noChangeAspect="1"/>
          </p:cNvPicPr>
          <p:nvPr/>
        </p:nvPicPr>
        <p:blipFill>
          <a:blip r:embed="rId2"/>
          <a:stretch>
            <a:fillRect/>
          </a:stretch>
        </p:blipFill>
        <p:spPr>
          <a:xfrm>
            <a:off x="5233267" y="836800"/>
            <a:ext cx="3248351" cy="2281966"/>
          </a:xfrm>
          <a:prstGeom prst="rect">
            <a:avLst/>
          </a:prstGeom>
        </p:spPr>
      </p:pic>
      <p:pic>
        <p:nvPicPr>
          <p:cNvPr id="48" name="Picture 47" descr="A screenshot of a computer&#10;&#10;Description automatically generated">
            <a:extLst>
              <a:ext uri="{FF2B5EF4-FFF2-40B4-BE49-F238E27FC236}">
                <a16:creationId xmlns:a16="http://schemas.microsoft.com/office/drawing/2014/main" id="{FB7C1BA1-AADC-C147-8E7F-D0B0F6173E56}"/>
              </a:ext>
            </a:extLst>
          </p:cNvPr>
          <p:cNvPicPr>
            <a:picLocks noChangeAspect="1"/>
          </p:cNvPicPr>
          <p:nvPr/>
        </p:nvPicPr>
        <p:blipFill>
          <a:blip r:embed="rId3"/>
          <a:stretch>
            <a:fillRect/>
          </a:stretch>
        </p:blipFill>
        <p:spPr>
          <a:xfrm>
            <a:off x="8589914" y="966735"/>
            <a:ext cx="3248352" cy="2022099"/>
          </a:xfrm>
          <a:prstGeom prst="rect">
            <a:avLst/>
          </a:prstGeom>
        </p:spPr>
      </p:pic>
      <p:pic>
        <p:nvPicPr>
          <p:cNvPr id="44" name="Content Placeholder 43" descr="A screenshot of a computer&#10;&#10;Description automatically generated">
            <a:extLst>
              <a:ext uri="{FF2B5EF4-FFF2-40B4-BE49-F238E27FC236}">
                <a16:creationId xmlns:a16="http://schemas.microsoft.com/office/drawing/2014/main" id="{4D921F3E-87DA-EB4D-9FA3-D7CD711F3FC0}"/>
              </a:ext>
            </a:extLst>
          </p:cNvPr>
          <p:cNvPicPr>
            <a:picLocks noChangeAspect="1"/>
          </p:cNvPicPr>
          <p:nvPr/>
        </p:nvPicPr>
        <p:blipFill>
          <a:blip r:embed="rId4"/>
          <a:stretch>
            <a:fillRect/>
          </a:stretch>
        </p:blipFill>
        <p:spPr>
          <a:xfrm>
            <a:off x="5233268" y="3608829"/>
            <a:ext cx="3248352" cy="2346934"/>
          </a:xfrm>
          <a:prstGeom prst="rect">
            <a:avLst/>
          </a:prstGeom>
        </p:spPr>
      </p:pic>
      <p:pic>
        <p:nvPicPr>
          <p:cNvPr id="46" name="Picture 45" descr="A screenshot of a computer&#10;&#10;Description automatically generated">
            <a:extLst>
              <a:ext uri="{FF2B5EF4-FFF2-40B4-BE49-F238E27FC236}">
                <a16:creationId xmlns:a16="http://schemas.microsoft.com/office/drawing/2014/main" id="{58A4219B-9F58-114B-B348-67EEA24F7F9F}"/>
              </a:ext>
            </a:extLst>
          </p:cNvPr>
          <p:cNvPicPr>
            <a:picLocks noChangeAspect="1"/>
          </p:cNvPicPr>
          <p:nvPr/>
        </p:nvPicPr>
        <p:blipFill>
          <a:blip r:embed="rId5"/>
          <a:stretch>
            <a:fillRect/>
          </a:stretch>
        </p:blipFill>
        <p:spPr>
          <a:xfrm>
            <a:off x="8589914" y="4248914"/>
            <a:ext cx="3248352" cy="1063835"/>
          </a:xfrm>
          <a:prstGeom prst="rect">
            <a:avLst/>
          </a:prstGeom>
        </p:spPr>
      </p:pic>
    </p:spTree>
    <p:extLst>
      <p:ext uri="{BB962C8B-B14F-4D97-AF65-F5344CB8AC3E}">
        <p14:creationId xmlns:p14="http://schemas.microsoft.com/office/powerpoint/2010/main" val="3264607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Slide Background">
            <a:extLst>
              <a:ext uri="{FF2B5EF4-FFF2-40B4-BE49-F238E27FC236}">
                <a16:creationId xmlns:a16="http://schemas.microsoft.com/office/drawing/2014/main" id="{1575FCDF-9379-4936-90E8-B54AEF483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5C88C0A4-98F7-318B-4605-6A1315589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711607"/>
          </a:xfrm>
          <a:prstGeom prst="rect">
            <a:avLst/>
          </a:prstGeom>
          <a:ln>
            <a:noFill/>
          </a:ln>
          <a:effectLst>
            <a:outerShdw blurRad="254000" dist="127000" dir="5460000" sx="90000" sy="9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a:xfrm>
            <a:off x="761801" y="315532"/>
            <a:ext cx="10382506" cy="1088266"/>
          </a:xfrm>
        </p:spPr>
        <p:txBody>
          <a:bodyPr>
            <a:normAutofit/>
          </a:bodyPr>
          <a:lstStyle/>
          <a:p>
            <a:r>
              <a:rPr lang="en-US" sz="3400"/>
              <a:t>Module 1, Lesson 2: Data Analysis Using Pivot Tables</a:t>
            </a:r>
          </a:p>
        </p:txBody>
      </p:sp>
      <p:pic>
        <p:nvPicPr>
          <p:cNvPr id="9" name="Picture 8" descr="A screenshot of a computer&#10;&#10;Description automatically generated">
            <a:extLst>
              <a:ext uri="{FF2B5EF4-FFF2-40B4-BE49-F238E27FC236}">
                <a16:creationId xmlns:a16="http://schemas.microsoft.com/office/drawing/2014/main" id="{D9A92DEC-A21E-8044-AEB1-B715FC40CC0A}"/>
              </a:ext>
            </a:extLst>
          </p:cNvPr>
          <p:cNvPicPr>
            <a:picLocks noChangeAspect="1"/>
          </p:cNvPicPr>
          <p:nvPr/>
        </p:nvPicPr>
        <p:blipFill>
          <a:blip r:embed="rId2"/>
          <a:srcRect l="1884" r="43770" b="-2"/>
          <a:stretch/>
        </p:blipFill>
        <p:spPr>
          <a:xfrm>
            <a:off x="-3" y="1711609"/>
            <a:ext cx="4128118" cy="5146391"/>
          </a:xfrm>
          <a:prstGeom prst="rect">
            <a:avLst/>
          </a:prstGeom>
        </p:spPr>
      </p:pic>
      <p:pic>
        <p:nvPicPr>
          <p:cNvPr id="3" name="Content Placeholder 2" descr="A screenshot of a graph&#10;&#10;Description automatically generated">
            <a:extLst>
              <a:ext uri="{FF2B5EF4-FFF2-40B4-BE49-F238E27FC236}">
                <a16:creationId xmlns:a16="http://schemas.microsoft.com/office/drawing/2014/main" id="{04A16782-0932-D14C-88AE-125249B33B60}"/>
              </a:ext>
            </a:extLst>
          </p:cNvPr>
          <p:cNvPicPr>
            <a:picLocks noChangeAspect="1"/>
          </p:cNvPicPr>
          <p:nvPr/>
        </p:nvPicPr>
        <p:blipFill>
          <a:blip r:embed="rId3"/>
          <a:srcRect r="2941" b="-1"/>
          <a:stretch/>
        </p:blipFill>
        <p:spPr>
          <a:xfrm>
            <a:off x="4128117" y="1711609"/>
            <a:ext cx="3446387" cy="2565474"/>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4C04CFB6-F172-424E-8294-1AE19903C95D}"/>
              </a:ext>
            </a:extLst>
          </p:cNvPr>
          <p:cNvPicPr>
            <a:picLocks noChangeAspect="1"/>
          </p:cNvPicPr>
          <p:nvPr/>
        </p:nvPicPr>
        <p:blipFill>
          <a:blip r:embed="rId4"/>
          <a:srcRect b="13675"/>
          <a:stretch/>
        </p:blipFill>
        <p:spPr>
          <a:xfrm>
            <a:off x="4128116" y="4277083"/>
            <a:ext cx="3446387" cy="2580917"/>
          </a:xfrm>
          <a:prstGeom prst="rect">
            <a:avLst/>
          </a:prstGeom>
        </p:spPr>
      </p:pic>
      <p:sp>
        <p:nvSpPr>
          <p:cNvPr id="13" name="Content Placeholder 12">
            <a:extLst>
              <a:ext uri="{FF2B5EF4-FFF2-40B4-BE49-F238E27FC236}">
                <a16:creationId xmlns:a16="http://schemas.microsoft.com/office/drawing/2014/main" id="{DAA1C301-DE42-F988-6F76-200C21D93215}"/>
              </a:ext>
            </a:extLst>
          </p:cNvPr>
          <p:cNvSpPr>
            <a:spLocks noGrp="1"/>
          </p:cNvSpPr>
          <p:nvPr>
            <p:ph idx="1"/>
          </p:nvPr>
        </p:nvSpPr>
        <p:spPr>
          <a:xfrm>
            <a:off x="8182660" y="1719330"/>
            <a:ext cx="3340555" cy="4584370"/>
          </a:xfrm>
        </p:spPr>
        <p:txBody>
          <a:bodyPr anchor="ctr">
            <a:normAutofit fontScale="85000" lnSpcReduction="20000"/>
          </a:bodyPr>
          <a:lstStyle/>
          <a:p>
            <a:r>
              <a:rPr lang="en-GB" sz="1700" b="1" dirty="0">
                <a:solidFill>
                  <a:schemeClr val="tx2">
                    <a:lumMod val="75000"/>
                    <a:lumOff val="25000"/>
                  </a:schemeClr>
                </a:solidFill>
                <a:ea typeface="+mj-ea"/>
              </a:rPr>
              <a:t>Sales Data Analysis</a:t>
            </a:r>
            <a:r>
              <a:rPr lang="en-GB" sz="1700" dirty="0">
                <a:solidFill>
                  <a:schemeClr val="tx2">
                    <a:lumMod val="75000"/>
                    <a:lumOff val="25000"/>
                  </a:schemeClr>
                </a:solidFill>
                <a:ea typeface="+mj-ea"/>
              </a:rPr>
              <a:t>: This pivot table summarizes total sales across all products and stores, providing an overview of overall sales performance. It helps in identifying trends and patterns in sales volume, which is critical for assessing business performance and making strategic decisions.</a:t>
            </a:r>
          </a:p>
          <a:p>
            <a:r>
              <a:rPr lang="en-GB" sz="1700" b="1" dirty="0">
                <a:solidFill>
                  <a:schemeClr val="tx2">
                    <a:lumMod val="75000"/>
                    <a:lumOff val="25000"/>
                  </a:schemeClr>
                </a:solidFill>
                <a:ea typeface="+mj-ea"/>
              </a:rPr>
              <a:t>Sales by City Analysis</a:t>
            </a:r>
            <a:r>
              <a:rPr lang="en-GB" sz="1700" dirty="0">
                <a:solidFill>
                  <a:schemeClr val="tx2">
                    <a:lumMod val="75000"/>
                    <a:lumOff val="25000"/>
                  </a:schemeClr>
                </a:solidFill>
                <a:ea typeface="+mj-ea"/>
              </a:rPr>
              <a:t>: This analysis breaks down sales data by city, revealing regional performance differences. Understanding sales distribution across cities aids in regional marketing strategies, resource allocation, and identifying areas needing attention or opportunities for growth.</a:t>
            </a:r>
          </a:p>
          <a:p>
            <a:r>
              <a:rPr lang="en-GB" sz="1700" b="1" dirty="0">
                <a:solidFill>
                  <a:schemeClr val="tx2">
                    <a:lumMod val="75000"/>
                    <a:lumOff val="25000"/>
                  </a:schemeClr>
                </a:solidFill>
                <a:ea typeface="+mj-ea"/>
              </a:rPr>
              <a:t>Product Performance Analysis</a:t>
            </a:r>
            <a:r>
              <a:rPr lang="en-GB" sz="1700" dirty="0">
                <a:solidFill>
                  <a:schemeClr val="tx2">
                    <a:lumMod val="75000"/>
                    <a:lumOff val="25000"/>
                  </a:schemeClr>
                </a:solidFill>
                <a:ea typeface="+mj-ea"/>
              </a:rPr>
              <a:t>: This pivot table evaluates the performance of various products. By </a:t>
            </a:r>
            <a:r>
              <a:rPr lang="en-GB" sz="1700" dirty="0" err="1">
                <a:solidFill>
                  <a:schemeClr val="tx2">
                    <a:lumMod val="75000"/>
                    <a:lumOff val="25000"/>
                  </a:schemeClr>
                </a:solidFill>
                <a:ea typeface="+mj-ea"/>
              </a:rPr>
              <a:t>analyzing</a:t>
            </a:r>
            <a:r>
              <a:rPr lang="en-GB" sz="1700" dirty="0">
                <a:solidFill>
                  <a:schemeClr val="tx2">
                    <a:lumMod val="75000"/>
                    <a:lumOff val="25000"/>
                  </a:schemeClr>
                </a:solidFill>
                <a:ea typeface="+mj-ea"/>
              </a:rPr>
              <a:t> product sales, businesses can identify bestsellers and underperformers, informing inventory management, promotional strategies, and product development efforts.</a:t>
            </a:r>
          </a:p>
          <a:p>
            <a:endParaRPr lang="en-US" sz="2000" dirty="0"/>
          </a:p>
        </p:txBody>
      </p:sp>
    </p:spTree>
    <p:extLst>
      <p:ext uri="{BB962C8B-B14F-4D97-AF65-F5344CB8AC3E}">
        <p14:creationId xmlns:p14="http://schemas.microsoft.com/office/powerpoint/2010/main" val="1948149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p:txBody>
          <a:bodyPr>
            <a:normAutofit fontScale="90000"/>
          </a:bodyPr>
          <a:lstStyle/>
          <a:p>
            <a:r>
              <a:rPr lang="en-US" dirty="0"/>
              <a:t>Module 2, Lesson 1: Data </a:t>
            </a:r>
            <a:r>
              <a:rPr lang="en-GB" dirty="0"/>
              <a:t>Querying Using PostgreSQL </a:t>
            </a:r>
            <a:endParaRPr lang="en-US" dirty="0"/>
          </a:p>
        </p:txBody>
      </p:sp>
      <p:pic>
        <p:nvPicPr>
          <p:cNvPr id="3" name="Content Placeholder 2" descr="A screenshot of a computer&#10;&#10;Description automatically generated">
            <a:extLst>
              <a:ext uri="{FF2B5EF4-FFF2-40B4-BE49-F238E27FC236}">
                <a16:creationId xmlns:a16="http://schemas.microsoft.com/office/drawing/2014/main" id="{57500841-E9F0-5D44-A080-6286A0B7C1A5}"/>
              </a:ext>
            </a:extLst>
          </p:cNvPr>
          <p:cNvPicPr>
            <a:picLocks noGrp="1" noChangeAspect="1"/>
          </p:cNvPicPr>
          <p:nvPr>
            <p:ph idx="1"/>
          </p:nvPr>
        </p:nvPicPr>
        <p:blipFill>
          <a:blip r:embed="rId2"/>
          <a:stretch>
            <a:fillRect/>
          </a:stretch>
        </p:blipFill>
        <p:spPr>
          <a:xfrm>
            <a:off x="838200" y="1436761"/>
            <a:ext cx="2012692" cy="1521591"/>
          </a:xfrm>
        </p:spPr>
      </p:pic>
      <p:pic>
        <p:nvPicPr>
          <p:cNvPr id="7" name="Picture 6" descr="A screenshot of a computer&#10;&#10;Description automatically generated">
            <a:extLst>
              <a:ext uri="{FF2B5EF4-FFF2-40B4-BE49-F238E27FC236}">
                <a16:creationId xmlns:a16="http://schemas.microsoft.com/office/drawing/2014/main" id="{806C8B69-6DD2-C74D-A4F3-587082C78167}"/>
              </a:ext>
            </a:extLst>
          </p:cNvPr>
          <p:cNvPicPr>
            <a:picLocks noChangeAspect="1"/>
          </p:cNvPicPr>
          <p:nvPr/>
        </p:nvPicPr>
        <p:blipFill>
          <a:blip r:embed="rId3"/>
          <a:stretch>
            <a:fillRect/>
          </a:stretch>
        </p:blipFill>
        <p:spPr>
          <a:xfrm>
            <a:off x="2850892" y="1434114"/>
            <a:ext cx="2159600" cy="1454783"/>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9DAD18E5-7CE1-7545-957E-93DC5DC125E9}"/>
              </a:ext>
            </a:extLst>
          </p:cNvPr>
          <p:cNvPicPr>
            <a:picLocks noChangeAspect="1"/>
          </p:cNvPicPr>
          <p:nvPr/>
        </p:nvPicPr>
        <p:blipFill>
          <a:blip r:embed="rId4"/>
          <a:stretch>
            <a:fillRect/>
          </a:stretch>
        </p:blipFill>
        <p:spPr>
          <a:xfrm>
            <a:off x="5010492" y="1434114"/>
            <a:ext cx="2239650" cy="1454782"/>
          </a:xfrm>
          <a:prstGeom prst="rect">
            <a:avLst/>
          </a:prstGeom>
        </p:spPr>
      </p:pic>
      <p:pic>
        <p:nvPicPr>
          <p:cNvPr id="11" name="Picture 10" descr="A screenshot of a computer&#10;&#10;Description automatically generated">
            <a:extLst>
              <a:ext uri="{FF2B5EF4-FFF2-40B4-BE49-F238E27FC236}">
                <a16:creationId xmlns:a16="http://schemas.microsoft.com/office/drawing/2014/main" id="{E198D022-4481-5D49-A253-50E9D477C06E}"/>
              </a:ext>
            </a:extLst>
          </p:cNvPr>
          <p:cNvPicPr>
            <a:picLocks noChangeAspect="1"/>
          </p:cNvPicPr>
          <p:nvPr/>
        </p:nvPicPr>
        <p:blipFill>
          <a:blip r:embed="rId5"/>
          <a:stretch>
            <a:fillRect/>
          </a:stretch>
        </p:blipFill>
        <p:spPr>
          <a:xfrm>
            <a:off x="7230058" y="1434112"/>
            <a:ext cx="2302281" cy="1454783"/>
          </a:xfrm>
          <a:prstGeom prst="rect">
            <a:avLst/>
          </a:prstGeom>
        </p:spPr>
      </p:pic>
      <p:pic>
        <p:nvPicPr>
          <p:cNvPr id="13" name="Picture 12" descr="A screenshot of a computer&#10;&#10;Description automatically generated">
            <a:extLst>
              <a:ext uri="{FF2B5EF4-FFF2-40B4-BE49-F238E27FC236}">
                <a16:creationId xmlns:a16="http://schemas.microsoft.com/office/drawing/2014/main" id="{0E552E68-13E7-8848-9CC3-DE52DBD97098}"/>
              </a:ext>
            </a:extLst>
          </p:cNvPr>
          <p:cNvPicPr>
            <a:picLocks noChangeAspect="1"/>
          </p:cNvPicPr>
          <p:nvPr/>
        </p:nvPicPr>
        <p:blipFill>
          <a:blip r:embed="rId6"/>
          <a:stretch>
            <a:fillRect/>
          </a:stretch>
        </p:blipFill>
        <p:spPr>
          <a:xfrm>
            <a:off x="838200" y="2998131"/>
            <a:ext cx="2295534" cy="1454783"/>
          </a:xfrm>
          <a:prstGeom prst="rect">
            <a:avLst/>
          </a:prstGeom>
        </p:spPr>
      </p:pic>
      <p:pic>
        <p:nvPicPr>
          <p:cNvPr id="15" name="Picture 14" descr="A screenshot of a computer&#10;&#10;Description automatically generated">
            <a:extLst>
              <a:ext uri="{FF2B5EF4-FFF2-40B4-BE49-F238E27FC236}">
                <a16:creationId xmlns:a16="http://schemas.microsoft.com/office/drawing/2014/main" id="{1DE91C89-F59B-5948-A8A4-69192A1D3B6A}"/>
              </a:ext>
            </a:extLst>
          </p:cNvPr>
          <p:cNvPicPr>
            <a:picLocks noChangeAspect="1"/>
          </p:cNvPicPr>
          <p:nvPr/>
        </p:nvPicPr>
        <p:blipFill>
          <a:blip r:embed="rId7"/>
          <a:stretch>
            <a:fillRect/>
          </a:stretch>
        </p:blipFill>
        <p:spPr>
          <a:xfrm>
            <a:off x="3145676" y="2998132"/>
            <a:ext cx="1907642" cy="1215280"/>
          </a:xfrm>
          <a:prstGeom prst="rect">
            <a:avLst/>
          </a:prstGeom>
        </p:spPr>
      </p:pic>
      <p:pic>
        <p:nvPicPr>
          <p:cNvPr id="17" name="Picture 16" descr="A screenshot of a computer&#10;&#10;Description automatically generated">
            <a:extLst>
              <a:ext uri="{FF2B5EF4-FFF2-40B4-BE49-F238E27FC236}">
                <a16:creationId xmlns:a16="http://schemas.microsoft.com/office/drawing/2014/main" id="{EB2F32DA-90B0-704D-892F-9C4B865FBDDA}"/>
              </a:ext>
            </a:extLst>
          </p:cNvPr>
          <p:cNvPicPr>
            <a:picLocks noChangeAspect="1"/>
          </p:cNvPicPr>
          <p:nvPr/>
        </p:nvPicPr>
        <p:blipFill>
          <a:blip r:embed="rId8"/>
          <a:stretch>
            <a:fillRect/>
          </a:stretch>
        </p:blipFill>
        <p:spPr>
          <a:xfrm>
            <a:off x="831794" y="4452914"/>
            <a:ext cx="2301940" cy="1454783"/>
          </a:xfrm>
          <a:prstGeom prst="rect">
            <a:avLst/>
          </a:prstGeom>
        </p:spPr>
      </p:pic>
      <p:pic>
        <p:nvPicPr>
          <p:cNvPr id="19" name="Picture 18" descr="A screenshot of a computer&#10;&#10;Description automatically generated">
            <a:extLst>
              <a:ext uri="{FF2B5EF4-FFF2-40B4-BE49-F238E27FC236}">
                <a16:creationId xmlns:a16="http://schemas.microsoft.com/office/drawing/2014/main" id="{FE4E0E87-705E-1243-96F9-4385538FF1BF}"/>
              </a:ext>
            </a:extLst>
          </p:cNvPr>
          <p:cNvPicPr>
            <a:picLocks noChangeAspect="1"/>
          </p:cNvPicPr>
          <p:nvPr/>
        </p:nvPicPr>
        <p:blipFill>
          <a:blip r:embed="rId9"/>
          <a:stretch>
            <a:fillRect/>
          </a:stretch>
        </p:blipFill>
        <p:spPr>
          <a:xfrm>
            <a:off x="3145677" y="4562149"/>
            <a:ext cx="1864816" cy="1394487"/>
          </a:xfrm>
          <a:prstGeom prst="rect">
            <a:avLst/>
          </a:prstGeom>
        </p:spPr>
      </p:pic>
      <p:sp>
        <p:nvSpPr>
          <p:cNvPr id="20" name="TextBox 19">
            <a:extLst>
              <a:ext uri="{FF2B5EF4-FFF2-40B4-BE49-F238E27FC236}">
                <a16:creationId xmlns:a16="http://schemas.microsoft.com/office/drawing/2014/main" id="{9DF9ACFF-239A-194C-A6E1-0635C260EEB4}"/>
              </a:ext>
            </a:extLst>
          </p:cNvPr>
          <p:cNvSpPr txBox="1"/>
          <p:nvPr/>
        </p:nvSpPr>
        <p:spPr>
          <a:xfrm>
            <a:off x="5235388" y="2998131"/>
            <a:ext cx="6687671" cy="2842830"/>
          </a:xfrm>
          <a:prstGeom prst="rect">
            <a:avLst/>
          </a:prstGeom>
          <a:noFill/>
        </p:spPr>
        <p:txBody>
          <a:bodyPr wrap="square" rtlCol="0">
            <a:spAutoFit/>
          </a:bodyPr>
          <a:lstStyle/>
          <a:p>
            <a:pPr marL="228600" indent="-228600">
              <a:lnSpc>
                <a:spcPct val="70000"/>
              </a:lnSpc>
              <a:spcBef>
                <a:spcPts val="1000"/>
              </a:spcBef>
              <a:buFont typeface="Arial" panose="020B0604020202020204" pitchFamily="34" charset="0"/>
              <a:buChar char="•"/>
            </a:pPr>
            <a:r>
              <a:rPr lang="en-GB" sz="1400" b="1" dirty="0">
                <a:solidFill>
                  <a:schemeClr val="tx2">
                    <a:lumMod val="75000"/>
                    <a:lumOff val="25000"/>
                  </a:schemeClr>
                </a:solidFill>
                <a:latin typeface="Arial" panose="020B0604020202020204" pitchFamily="34" charset="0"/>
                <a:ea typeface="+mj-ea"/>
                <a:cs typeface="Arial" panose="020B0604020202020204" pitchFamily="34" charset="0"/>
              </a:rPr>
              <a:t>Setting up the database in PostgreSQL is crucial for structured and efficient data analysis. By organizing data into tables and using SQL queries, you can extract, manipulate, and </a:t>
            </a:r>
            <a:r>
              <a:rPr lang="en-GB" sz="1400" b="1" dirty="0" err="1">
                <a:solidFill>
                  <a:schemeClr val="tx2">
                    <a:lumMod val="75000"/>
                    <a:lumOff val="25000"/>
                  </a:schemeClr>
                </a:solidFill>
                <a:latin typeface="Arial" panose="020B0604020202020204" pitchFamily="34" charset="0"/>
                <a:ea typeface="+mj-ea"/>
                <a:cs typeface="Arial" panose="020B0604020202020204" pitchFamily="34" charset="0"/>
              </a:rPr>
              <a:t>analyze</a:t>
            </a:r>
            <a:r>
              <a:rPr lang="en-GB" sz="1400" b="1" dirty="0">
                <a:solidFill>
                  <a:schemeClr val="tx2">
                    <a:lumMod val="75000"/>
                    <a:lumOff val="25000"/>
                  </a:schemeClr>
                </a:solidFill>
                <a:latin typeface="Arial" panose="020B0604020202020204" pitchFamily="34" charset="0"/>
                <a:ea typeface="+mj-ea"/>
                <a:cs typeface="Arial" panose="020B0604020202020204" pitchFamily="34" charset="0"/>
              </a:rPr>
              <a:t> data effectively. This setup facilitates:</a:t>
            </a:r>
          </a:p>
          <a:p>
            <a:pPr marL="228600" indent="-228600">
              <a:lnSpc>
                <a:spcPct val="70000"/>
              </a:lnSpc>
              <a:spcBef>
                <a:spcPts val="1000"/>
              </a:spcBef>
              <a:buFont typeface="Arial" panose="020B0604020202020204" pitchFamily="34" charset="0"/>
              <a:buChar char="•"/>
            </a:pPr>
            <a:r>
              <a:rPr lang="en-GB" sz="1400" b="1" dirty="0">
                <a:solidFill>
                  <a:schemeClr val="tx2">
                    <a:lumMod val="75000"/>
                    <a:lumOff val="25000"/>
                  </a:schemeClr>
                </a:solidFill>
                <a:latin typeface="Arial" panose="020B0604020202020204" pitchFamily="34" charset="0"/>
                <a:ea typeface="+mj-ea"/>
                <a:cs typeface="Arial" panose="020B0604020202020204" pitchFamily="34" charset="0"/>
              </a:rPr>
              <a:t>Efficient Data Retrieval: Queries like the one shown for checking data help ensure that data is present and correctly formatted.</a:t>
            </a:r>
          </a:p>
          <a:p>
            <a:pPr marL="228600" indent="-228600">
              <a:lnSpc>
                <a:spcPct val="70000"/>
              </a:lnSpc>
              <a:spcBef>
                <a:spcPts val="1000"/>
              </a:spcBef>
              <a:buFont typeface="Arial" panose="020B0604020202020204" pitchFamily="34" charset="0"/>
              <a:buChar char="•"/>
            </a:pPr>
            <a:r>
              <a:rPr lang="en-GB" sz="1400" b="1" dirty="0">
                <a:solidFill>
                  <a:schemeClr val="tx2">
                    <a:lumMod val="75000"/>
                    <a:lumOff val="25000"/>
                  </a:schemeClr>
                </a:solidFill>
                <a:latin typeface="Arial" panose="020B0604020202020204" pitchFamily="34" charset="0"/>
                <a:ea typeface="+mj-ea"/>
                <a:cs typeface="Arial" panose="020B0604020202020204" pitchFamily="34" charset="0"/>
              </a:rPr>
              <a:t>Structured Analysis: SQL queries for performance analysis allow for the aggregation of data, making it easier to identify trends and insights.</a:t>
            </a:r>
          </a:p>
          <a:p>
            <a:pPr marL="228600" indent="-228600">
              <a:lnSpc>
                <a:spcPct val="70000"/>
              </a:lnSpc>
              <a:spcBef>
                <a:spcPts val="1000"/>
              </a:spcBef>
              <a:buFont typeface="Arial" panose="020B0604020202020204" pitchFamily="34" charset="0"/>
              <a:buChar char="•"/>
            </a:pPr>
            <a:r>
              <a:rPr lang="en-GB" sz="1400" b="1" dirty="0">
                <a:solidFill>
                  <a:schemeClr val="tx2">
                    <a:lumMod val="75000"/>
                    <a:lumOff val="25000"/>
                  </a:schemeClr>
                </a:solidFill>
                <a:latin typeface="Arial" panose="020B0604020202020204" pitchFamily="34" charset="0"/>
                <a:ea typeface="+mj-ea"/>
                <a:cs typeface="Arial" panose="020B0604020202020204" pitchFamily="34" charset="0"/>
              </a:rPr>
              <a:t>Scalability: PostgreSQL handles large datasets efficiently, supporting complex queries and analyses necessary for in-depth business intelligence.</a:t>
            </a:r>
          </a:p>
          <a:p>
            <a:pPr marL="228600" indent="-228600">
              <a:lnSpc>
                <a:spcPct val="70000"/>
              </a:lnSpc>
              <a:spcBef>
                <a:spcPts val="1000"/>
              </a:spcBef>
              <a:buFont typeface="Arial" panose="020B0604020202020204" pitchFamily="34" charset="0"/>
              <a:buChar char="•"/>
            </a:pPr>
            <a:r>
              <a:rPr lang="en-GB" sz="1400" b="1" dirty="0">
                <a:solidFill>
                  <a:schemeClr val="tx2">
                    <a:lumMod val="75000"/>
                    <a:lumOff val="25000"/>
                  </a:schemeClr>
                </a:solidFill>
                <a:latin typeface="Arial" panose="020B0604020202020204" pitchFamily="34" charset="0"/>
                <a:ea typeface="+mj-ea"/>
                <a:cs typeface="Arial" panose="020B0604020202020204" pitchFamily="34" charset="0"/>
              </a:rPr>
              <a:t>Overall, setting up the database provides a robust foundation for executing detailed data analysis and generating actionable insights.</a:t>
            </a:r>
          </a:p>
          <a:p>
            <a:endParaRPr lang="en-GR" dirty="0"/>
          </a:p>
        </p:txBody>
      </p:sp>
    </p:spTree>
    <p:extLst>
      <p:ext uri="{BB962C8B-B14F-4D97-AF65-F5344CB8AC3E}">
        <p14:creationId xmlns:p14="http://schemas.microsoft.com/office/powerpoint/2010/main" val="2054632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15">
            <a:extLst>
              <a:ext uri="{FF2B5EF4-FFF2-40B4-BE49-F238E27FC236}">
                <a16:creationId xmlns:a16="http://schemas.microsoft.com/office/drawing/2014/main" id="{6C9F64E8-8F1D-4A06-B1A4-685E72C092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17">
            <a:extLst>
              <a:ext uri="{FF2B5EF4-FFF2-40B4-BE49-F238E27FC236}">
                <a16:creationId xmlns:a16="http://schemas.microsoft.com/office/drawing/2014/main" id="{9073D962-D3D2-4A72-8593-65C213CBFF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4" y="633619"/>
            <a:ext cx="4520912"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a:xfrm>
            <a:off x="838200" y="978408"/>
            <a:ext cx="3721608" cy="1106424"/>
          </a:xfrm>
        </p:spPr>
        <p:txBody>
          <a:bodyPr>
            <a:normAutofit/>
          </a:bodyPr>
          <a:lstStyle/>
          <a:p>
            <a:r>
              <a:rPr lang="en-US" sz="2400"/>
              <a:t>Module 2, Lesson 2: Data </a:t>
            </a:r>
            <a:r>
              <a:rPr lang="en-GB" sz="2400"/>
              <a:t>Analysis Using PostgreSQL </a:t>
            </a:r>
            <a:endParaRPr lang="en-US" sz="2400"/>
          </a:p>
        </p:txBody>
      </p:sp>
      <p:sp>
        <p:nvSpPr>
          <p:cNvPr id="28" name="Rectangle 19">
            <a:extLst>
              <a:ext uri="{FF2B5EF4-FFF2-40B4-BE49-F238E27FC236}">
                <a16:creationId xmlns:a16="http://schemas.microsoft.com/office/drawing/2014/main" id="{2387511B-F6E1-4929-AC90-94FB8B6B0F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1">
            <a:extLst>
              <a:ext uri="{FF2B5EF4-FFF2-40B4-BE49-F238E27FC236}">
                <a16:creationId xmlns:a16="http://schemas.microsoft.com/office/drawing/2014/main" id="{AA58F78C-27AB-465F-AA33-15E08AF267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2693" y="2185416"/>
            <a:ext cx="3666744"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Content Placeholder 12">
            <a:extLst>
              <a:ext uri="{FF2B5EF4-FFF2-40B4-BE49-F238E27FC236}">
                <a16:creationId xmlns:a16="http://schemas.microsoft.com/office/drawing/2014/main" id="{DC9D1C81-8A89-58C4-0C7D-27006E6707B3}"/>
              </a:ext>
            </a:extLst>
          </p:cNvPr>
          <p:cNvSpPr>
            <a:spLocks noGrp="1"/>
          </p:cNvSpPr>
          <p:nvPr>
            <p:ph idx="1"/>
          </p:nvPr>
        </p:nvSpPr>
        <p:spPr>
          <a:xfrm>
            <a:off x="838200" y="2356112"/>
            <a:ext cx="3721608" cy="3502152"/>
          </a:xfrm>
        </p:spPr>
        <p:txBody>
          <a:bodyPr>
            <a:normAutofit fontScale="77500" lnSpcReduction="20000"/>
          </a:bodyPr>
          <a:lstStyle/>
          <a:p>
            <a:pPr>
              <a:lnSpc>
                <a:spcPct val="80000"/>
              </a:lnSpc>
            </a:pPr>
            <a:r>
              <a:rPr lang="en-GB" sz="1600" b="1" dirty="0">
                <a:solidFill>
                  <a:schemeClr val="tx2">
                    <a:lumMod val="75000"/>
                    <a:lumOff val="25000"/>
                  </a:schemeClr>
                </a:solidFill>
                <a:ea typeface="+mj-ea"/>
              </a:rPr>
              <a:t>The analysis performed using PostgreSQL provides valuable insights for optimizing sales strategies and stock management:</a:t>
            </a:r>
          </a:p>
          <a:p>
            <a:pPr>
              <a:lnSpc>
                <a:spcPct val="80000"/>
              </a:lnSpc>
            </a:pPr>
            <a:r>
              <a:rPr lang="en-GB" sz="1600" b="1" dirty="0">
                <a:solidFill>
                  <a:schemeClr val="tx2">
                    <a:lumMod val="75000"/>
                    <a:lumOff val="25000"/>
                  </a:schemeClr>
                </a:solidFill>
                <a:ea typeface="+mj-ea"/>
              </a:rPr>
              <a:t>Data Cubes with ROLLUP: This operation aggregates data at multiple levels, providing a comprehensive view of sales across different hierarchies. It helps in identifying overall sales performance and areas needing attention.</a:t>
            </a:r>
          </a:p>
          <a:p>
            <a:pPr>
              <a:lnSpc>
                <a:spcPct val="80000"/>
              </a:lnSpc>
            </a:pPr>
            <a:r>
              <a:rPr lang="en-GB" sz="1600" b="1" dirty="0">
                <a:solidFill>
                  <a:schemeClr val="tx2">
                    <a:lumMod val="75000"/>
                    <a:lumOff val="25000"/>
                  </a:schemeClr>
                </a:solidFill>
                <a:ea typeface="+mj-ea"/>
              </a:rPr>
              <a:t>Data Summarization Along Hierarchies: By summarizing data based on product and store hierarchies, you can understand how different categories and stores contribute to overall sales. This helps in making informed decisions about product placement and store performance.</a:t>
            </a:r>
          </a:p>
          <a:p>
            <a:pPr>
              <a:lnSpc>
                <a:spcPct val="80000"/>
              </a:lnSpc>
            </a:pPr>
            <a:r>
              <a:rPr lang="en-GB" sz="1600" b="1" dirty="0">
                <a:solidFill>
                  <a:schemeClr val="tx2">
                    <a:lumMod val="75000"/>
                    <a:lumOff val="25000"/>
                  </a:schemeClr>
                </a:solidFill>
                <a:ea typeface="+mj-ea"/>
              </a:rPr>
              <a:t>Sales Trends Over Time and Across Regions: </a:t>
            </a:r>
            <a:r>
              <a:rPr lang="en-GB" sz="1600" b="1" dirty="0" err="1">
                <a:solidFill>
                  <a:schemeClr val="tx2">
                    <a:lumMod val="75000"/>
                    <a:lumOff val="25000"/>
                  </a:schemeClr>
                </a:solidFill>
                <a:ea typeface="+mj-ea"/>
              </a:rPr>
              <a:t>Analyzing</a:t>
            </a:r>
            <a:r>
              <a:rPr lang="en-GB" sz="1600" b="1" dirty="0">
                <a:solidFill>
                  <a:schemeClr val="tx2">
                    <a:lumMod val="75000"/>
                    <a:lumOff val="25000"/>
                  </a:schemeClr>
                </a:solidFill>
                <a:ea typeface="+mj-ea"/>
              </a:rPr>
              <a:t> sales trends by month and city reveals patterns and fluctuations in sales performance. This insight is crucial for inventory management, marketing strategies, and regional sales planning</a:t>
            </a:r>
          </a:p>
          <a:p>
            <a:endParaRPr lang="en-US" sz="1700" dirty="0"/>
          </a:p>
        </p:txBody>
      </p:sp>
      <p:pic>
        <p:nvPicPr>
          <p:cNvPr id="7" name="Picture 6" descr="A screenshot of a computer&#10;&#10;Description automatically generated">
            <a:extLst>
              <a:ext uri="{FF2B5EF4-FFF2-40B4-BE49-F238E27FC236}">
                <a16:creationId xmlns:a16="http://schemas.microsoft.com/office/drawing/2014/main" id="{86B12034-5AFC-8543-A4CD-8D5D57E2D060}"/>
              </a:ext>
            </a:extLst>
          </p:cNvPr>
          <p:cNvPicPr>
            <a:picLocks noChangeAspect="1"/>
          </p:cNvPicPr>
          <p:nvPr/>
        </p:nvPicPr>
        <p:blipFill>
          <a:blip r:embed="rId2"/>
          <a:srcRect r="11170" b="1"/>
          <a:stretch/>
        </p:blipFill>
        <p:spPr>
          <a:xfrm>
            <a:off x="5171033" y="633618"/>
            <a:ext cx="2651760" cy="2679192"/>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CC1C0C25-3E5D-3A40-B745-9AC3A4461627}"/>
              </a:ext>
            </a:extLst>
          </p:cNvPr>
          <p:cNvPicPr>
            <a:picLocks noChangeAspect="1"/>
          </p:cNvPicPr>
          <p:nvPr/>
        </p:nvPicPr>
        <p:blipFill>
          <a:blip r:embed="rId3"/>
          <a:srcRect l="2197" r="9962"/>
          <a:stretch/>
        </p:blipFill>
        <p:spPr>
          <a:xfrm>
            <a:off x="5171033" y="3450349"/>
            <a:ext cx="2651760" cy="2679192"/>
          </a:xfrm>
          <a:prstGeom prst="rect">
            <a:avLst/>
          </a:prstGeom>
        </p:spPr>
      </p:pic>
      <p:pic>
        <p:nvPicPr>
          <p:cNvPr id="3" name="Content Placeholder 2" descr="A screenshot of a computer&#10;&#10;Description automatically generated">
            <a:extLst>
              <a:ext uri="{FF2B5EF4-FFF2-40B4-BE49-F238E27FC236}">
                <a16:creationId xmlns:a16="http://schemas.microsoft.com/office/drawing/2014/main" id="{D32DEE79-E9DA-1144-A5C5-14D69AE8AC7E}"/>
              </a:ext>
            </a:extLst>
          </p:cNvPr>
          <p:cNvPicPr>
            <a:picLocks noChangeAspect="1"/>
          </p:cNvPicPr>
          <p:nvPr/>
        </p:nvPicPr>
        <p:blipFill>
          <a:blip r:embed="rId4"/>
          <a:srcRect r="40141" b="1"/>
          <a:stretch/>
        </p:blipFill>
        <p:spPr>
          <a:xfrm>
            <a:off x="8001000" y="633616"/>
            <a:ext cx="3781427" cy="5495925"/>
          </a:xfrm>
          <a:prstGeom prst="rect">
            <a:avLst/>
          </a:prstGeom>
        </p:spPr>
      </p:pic>
    </p:spTree>
    <p:extLst>
      <p:ext uri="{BB962C8B-B14F-4D97-AF65-F5344CB8AC3E}">
        <p14:creationId xmlns:p14="http://schemas.microsoft.com/office/powerpoint/2010/main" val="1621505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3C210E6-A35A-4F68-8D60-801A019C7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10;&#10;Description automatically generated">
            <a:extLst>
              <a:ext uri="{FF2B5EF4-FFF2-40B4-BE49-F238E27FC236}">
                <a16:creationId xmlns:a16="http://schemas.microsoft.com/office/drawing/2014/main" id="{EC7357FA-04A8-4D40-A046-F1F6B117756E}"/>
              </a:ext>
            </a:extLst>
          </p:cNvPr>
          <p:cNvPicPr>
            <a:picLocks noChangeAspect="1"/>
          </p:cNvPicPr>
          <p:nvPr/>
        </p:nvPicPr>
        <p:blipFill>
          <a:blip r:embed="rId2"/>
          <a:srcRect r="19854" b="-1"/>
          <a:stretch/>
        </p:blipFill>
        <p:spPr>
          <a:xfrm>
            <a:off x="3136389" y="10"/>
            <a:ext cx="4979304" cy="3401558"/>
          </a:xfrm>
          <a:custGeom>
            <a:avLst/>
            <a:gdLst/>
            <a:ahLst/>
            <a:cxnLst/>
            <a:rect l="l" t="t" r="r" b="b"/>
            <a:pathLst>
              <a:path w="4979304" h="3364992">
                <a:moveTo>
                  <a:pt x="0" y="0"/>
                </a:moveTo>
                <a:lnTo>
                  <a:pt x="4211250" y="0"/>
                </a:lnTo>
                <a:lnTo>
                  <a:pt x="4309461" y="192282"/>
                </a:lnTo>
                <a:cubicBezTo>
                  <a:pt x="4697535" y="1033269"/>
                  <a:pt x="4937593" y="2032690"/>
                  <a:pt x="4974907" y="3110424"/>
                </a:cubicBezTo>
                <a:lnTo>
                  <a:pt x="4979304" y="3364992"/>
                </a:lnTo>
                <a:lnTo>
                  <a:pt x="800592" y="3364992"/>
                </a:lnTo>
                <a:lnTo>
                  <a:pt x="797493" y="3185579"/>
                </a:lnTo>
                <a:cubicBezTo>
                  <a:pt x="756786" y="2009870"/>
                  <a:pt x="474799" y="927359"/>
                  <a:pt x="22579" y="42066"/>
                </a:cubicBezTo>
                <a:close/>
              </a:path>
            </a:pathLst>
          </a:custGeom>
        </p:spPr>
      </p:pic>
      <p:pic>
        <p:nvPicPr>
          <p:cNvPr id="11" name="Picture 10" descr="A colorful circle with different colored circles&#10;&#10;Description automatically generated with medium confidence">
            <a:extLst>
              <a:ext uri="{FF2B5EF4-FFF2-40B4-BE49-F238E27FC236}">
                <a16:creationId xmlns:a16="http://schemas.microsoft.com/office/drawing/2014/main" id="{AD46130A-CFEC-B54A-8B4D-5A2F133F5C92}"/>
              </a:ext>
            </a:extLst>
          </p:cNvPr>
          <p:cNvPicPr>
            <a:picLocks noChangeAspect="1"/>
          </p:cNvPicPr>
          <p:nvPr/>
        </p:nvPicPr>
        <p:blipFill>
          <a:blip r:embed="rId3"/>
          <a:srcRect l="12486" r="16098" b="-3"/>
          <a:stretch/>
        </p:blipFill>
        <p:spPr>
          <a:xfrm>
            <a:off x="7381690" y="3456433"/>
            <a:ext cx="4810310" cy="3401568"/>
          </a:xfrm>
          <a:custGeom>
            <a:avLst/>
            <a:gdLst/>
            <a:ahLst/>
            <a:cxnLst/>
            <a:rect l="l" t="t" r="r" b="b"/>
            <a:pathLst>
              <a:path w="4810310" h="3401568">
                <a:moveTo>
                  <a:pt x="781270" y="0"/>
                </a:moveTo>
                <a:lnTo>
                  <a:pt x="4810310" y="0"/>
                </a:lnTo>
                <a:lnTo>
                  <a:pt x="4810310" y="3401568"/>
                </a:lnTo>
                <a:lnTo>
                  <a:pt x="0" y="3401568"/>
                </a:lnTo>
                <a:lnTo>
                  <a:pt x="1963" y="3397912"/>
                </a:lnTo>
                <a:cubicBezTo>
                  <a:pt x="454182" y="2512619"/>
                  <a:pt x="736170" y="1430108"/>
                  <a:pt x="776876" y="254399"/>
                </a:cubicBezTo>
                <a:close/>
              </a:path>
            </a:pathLst>
          </a:custGeom>
        </p:spPr>
      </p:pic>
      <p:pic>
        <p:nvPicPr>
          <p:cNvPr id="13" name="Picture 12" descr="A graph with numbers and lines&#10;&#10;Description automatically generated with medium confidence">
            <a:extLst>
              <a:ext uri="{FF2B5EF4-FFF2-40B4-BE49-F238E27FC236}">
                <a16:creationId xmlns:a16="http://schemas.microsoft.com/office/drawing/2014/main" id="{89A1A22C-67D0-D647-A0C1-E4DE1294929F}"/>
              </a:ext>
            </a:extLst>
          </p:cNvPr>
          <p:cNvPicPr>
            <a:picLocks noChangeAspect="1"/>
          </p:cNvPicPr>
          <p:nvPr/>
        </p:nvPicPr>
        <p:blipFill>
          <a:blip r:embed="rId4"/>
          <a:srcRect r="28687" b="1"/>
          <a:stretch/>
        </p:blipFill>
        <p:spPr>
          <a:xfrm>
            <a:off x="3189428" y="3456432"/>
            <a:ext cx="4925479" cy="3401568"/>
          </a:xfrm>
          <a:custGeom>
            <a:avLst/>
            <a:gdLst/>
            <a:ahLst/>
            <a:cxnLst/>
            <a:rect l="l" t="t" r="r" b="b"/>
            <a:pathLst>
              <a:path w="4925479" h="3364992">
                <a:moveTo>
                  <a:pt x="749362" y="0"/>
                </a:moveTo>
                <a:lnTo>
                  <a:pt x="4925479" y="0"/>
                </a:lnTo>
                <a:lnTo>
                  <a:pt x="4921868" y="209033"/>
                </a:lnTo>
                <a:cubicBezTo>
                  <a:pt x="4884554" y="1286766"/>
                  <a:pt x="4644496" y="2286187"/>
                  <a:pt x="4256422" y="3127175"/>
                </a:cubicBezTo>
                <a:lnTo>
                  <a:pt x="4134952" y="3364992"/>
                </a:lnTo>
                <a:lnTo>
                  <a:pt x="0" y="3364992"/>
                </a:lnTo>
                <a:lnTo>
                  <a:pt x="79008" y="3202330"/>
                </a:lnTo>
                <a:cubicBezTo>
                  <a:pt x="467082" y="2361343"/>
                  <a:pt x="707140" y="1361922"/>
                  <a:pt x="744454" y="284189"/>
                </a:cubicBezTo>
                <a:close/>
              </a:path>
            </a:pathLst>
          </a:custGeom>
        </p:spPr>
      </p:pic>
      <p:sp useBgFill="1">
        <p:nvSpPr>
          <p:cNvPr id="29" name="Freeform: Shape 28">
            <a:extLst>
              <a:ext uri="{FF2B5EF4-FFF2-40B4-BE49-F238E27FC236}">
                <a16:creationId xmlns:a16="http://schemas.microsoft.com/office/drawing/2014/main" id="{AC0D06B0-F19C-459E-B221-A34B506FB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45815"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1" name="Freeform: Shape 30">
            <a:extLst>
              <a:ext uri="{FF2B5EF4-FFF2-40B4-BE49-F238E27FC236}">
                <a16:creationId xmlns:a16="http://schemas.microsoft.com/office/drawing/2014/main" id="{345B26DA-1C6B-4C66-81C9-9C1877FC2D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36670"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a:xfrm>
            <a:off x="448056" y="685800"/>
            <a:ext cx="2807208" cy="1325563"/>
          </a:xfrm>
        </p:spPr>
        <p:txBody>
          <a:bodyPr>
            <a:normAutofit/>
          </a:bodyPr>
          <a:lstStyle/>
          <a:p>
            <a:r>
              <a:rPr lang="en-US" sz="2200"/>
              <a:t>Module 3, Lesson 1: Data Visualization Using Excel</a:t>
            </a:r>
          </a:p>
        </p:txBody>
      </p:sp>
      <p:sp>
        <p:nvSpPr>
          <p:cNvPr id="33" name="Rectangle 32">
            <a:extLst>
              <a:ext uri="{FF2B5EF4-FFF2-40B4-BE49-F238E27FC236}">
                <a16:creationId xmlns:a16="http://schemas.microsoft.com/office/drawing/2014/main" id="{98DE6C44-43F8-4DE4-AB81-66853FFEA0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05840"/>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2409529B-9B56-4F10-BE4D-F934DB89E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089941"/>
            <a:ext cx="2834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Content Placeholder 16">
            <a:extLst>
              <a:ext uri="{FF2B5EF4-FFF2-40B4-BE49-F238E27FC236}">
                <a16:creationId xmlns:a16="http://schemas.microsoft.com/office/drawing/2014/main" id="{6D41C536-D6D6-68A8-A495-3498CB91E89D}"/>
              </a:ext>
            </a:extLst>
          </p:cNvPr>
          <p:cNvSpPr>
            <a:spLocks noGrp="1"/>
          </p:cNvSpPr>
          <p:nvPr>
            <p:ph idx="1"/>
          </p:nvPr>
        </p:nvSpPr>
        <p:spPr>
          <a:xfrm>
            <a:off x="448056" y="2258568"/>
            <a:ext cx="2807208" cy="3922776"/>
          </a:xfrm>
        </p:spPr>
        <p:txBody>
          <a:bodyPr>
            <a:normAutofit fontScale="70000" lnSpcReduction="20000"/>
          </a:bodyPr>
          <a:lstStyle/>
          <a:p>
            <a:r>
              <a:rPr lang="en-GB" sz="1400" dirty="0"/>
              <a:t>The charts created using Microsoft Excel provide various perspectives on the sales data:</a:t>
            </a:r>
          </a:p>
          <a:p>
            <a:pPr>
              <a:buFont typeface="Arial" panose="020B0604020202020204" pitchFamily="34" charset="0"/>
              <a:buChar char="•"/>
            </a:pPr>
            <a:r>
              <a:rPr lang="en-GB" sz="1400" b="1" dirty="0"/>
              <a:t>Line Chart:</a:t>
            </a:r>
            <a:r>
              <a:rPr lang="en-GB" sz="1400" dirty="0"/>
              <a:t> The line chart illustrates trends over time, helping to identify patterns, such as seasonality or growth trends. This visualization is essential for understanding how sales performance evolves and planning accordingly.</a:t>
            </a:r>
          </a:p>
          <a:p>
            <a:pPr>
              <a:buFont typeface="Arial" panose="020B0604020202020204" pitchFamily="34" charset="0"/>
              <a:buChar char="•"/>
            </a:pPr>
            <a:r>
              <a:rPr lang="en-GB" sz="1400" b="1" dirty="0"/>
              <a:t>Bar Chart:</a:t>
            </a:r>
            <a:r>
              <a:rPr lang="en-GB" sz="1400" dirty="0"/>
              <a:t> The bar chart shows total sales per store, making it easy to compare performance across different locations. It highlights top-performing stores and those that may require additional support or resources.</a:t>
            </a:r>
          </a:p>
          <a:p>
            <a:pPr>
              <a:buFont typeface="Arial" panose="020B0604020202020204" pitchFamily="34" charset="0"/>
              <a:buChar char="•"/>
            </a:pPr>
            <a:r>
              <a:rPr lang="en-GB" sz="1400" b="1" dirty="0"/>
              <a:t>Sunburst Chart:</a:t>
            </a:r>
            <a:r>
              <a:rPr lang="en-GB" sz="1400" dirty="0"/>
              <a:t> The sunburst chart provides a hierarchical view of sales distribution across products, stores, and cities. This visualization helps in understanding the relationship between different levels of the hierarchy and identifying which products are performing well in which stores and cities.</a:t>
            </a:r>
          </a:p>
          <a:p>
            <a:pPr>
              <a:buFont typeface="Arial" panose="020B0604020202020204" pitchFamily="34" charset="0"/>
              <a:buChar char="•"/>
            </a:pPr>
            <a:r>
              <a:rPr lang="en-GB" sz="1400" b="1" dirty="0"/>
              <a:t>Scatter Plot:</a:t>
            </a:r>
            <a:r>
              <a:rPr lang="en-GB" sz="1400" dirty="0"/>
              <a:t> The scatter plot visualizes the relationship between sales and stock levels, helping to explore whether there is a correlation between the availability of stock and sales volumes. This insight is valuable for optimizing inventory levels and improving sales performance.</a:t>
            </a:r>
          </a:p>
          <a:p>
            <a:endParaRPr lang="en-US" sz="1700" dirty="0"/>
          </a:p>
        </p:txBody>
      </p:sp>
      <p:pic>
        <p:nvPicPr>
          <p:cNvPr id="9" name="Picture 8" descr="A graph on a white sheet&#10;&#10;Description automatically generated">
            <a:extLst>
              <a:ext uri="{FF2B5EF4-FFF2-40B4-BE49-F238E27FC236}">
                <a16:creationId xmlns:a16="http://schemas.microsoft.com/office/drawing/2014/main" id="{28E02E39-6616-FC40-BCE7-46BCA91120C0}"/>
              </a:ext>
            </a:extLst>
          </p:cNvPr>
          <p:cNvPicPr>
            <a:picLocks noChangeAspect="1"/>
          </p:cNvPicPr>
          <p:nvPr/>
        </p:nvPicPr>
        <p:blipFill>
          <a:blip r:embed="rId5"/>
          <a:srcRect r="23642" b="-2"/>
          <a:stretch/>
        </p:blipFill>
        <p:spPr>
          <a:xfrm>
            <a:off x="7404372" y="10"/>
            <a:ext cx="4787628" cy="3401558"/>
          </a:xfrm>
          <a:custGeom>
            <a:avLst/>
            <a:gdLst/>
            <a:ahLst/>
            <a:cxnLst/>
            <a:rect l="l" t="t" r="r" b="b"/>
            <a:pathLst>
              <a:path w="4787628" h="3401568">
                <a:moveTo>
                  <a:pt x="0" y="0"/>
                </a:moveTo>
                <a:lnTo>
                  <a:pt x="4787628" y="0"/>
                </a:lnTo>
                <a:lnTo>
                  <a:pt x="4787628" y="3401568"/>
                </a:lnTo>
                <a:lnTo>
                  <a:pt x="762748" y="3401568"/>
                </a:lnTo>
                <a:lnTo>
                  <a:pt x="751436" y="2963954"/>
                </a:lnTo>
                <a:cubicBezTo>
                  <a:pt x="698408" y="1942163"/>
                  <a:pt x="463174" y="995044"/>
                  <a:pt x="93264" y="192283"/>
                </a:cubicBezTo>
                <a:close/>
              </a:path>
            </a:pathLst>
          </a:custGeom>
        </p:spPr>
      </p:pic>
    </p:spTree>
    <p:extLst>
      <p:ext uri="{BB962C8B-B14F-4D97-AF65-F5344CB8AC3E}">
        <p14:creationId xmlns:p14="http://schemas.microsoft.com/office/powerpoint/2010/main" val="1423872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9E6671AF-110C-4E4D-BEB4-1323A3136D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a:xfrm>
            <a:off x="761802" y="310895"/>
            <a:ext cx="4889190" cy="2121408"/>
          </a:xfrm>
        </p:spPr>
        <p:txBody>
          <a:bodyPr anchor="ctr">
            <a:normAutofit/>
          </a:bodyPr>
          <a:lstStyle/>
          <a:p>
            <a:r>
              <a:rPr lang="en-US" sz="4000" dirty="0"/>
              <a:t>Module 3, Lesson 2: Statistical Analysis</a:t>
            </a:r>
          </a:p>
        </p:txBody>
      </p:sp>
      <p:sp>
        <p:nvSpPr>
          <p:cNvPr id="8" name="Content Placeholder 7">
            <a:extLst>
              <a:ext uri="{FF2B5EF4-FFF2-40B4-BE49-F238E27FC236}">
                <a16:creationId xmlns:a16="http://schemas.microsoft.com/office/drawing/2014/main" id="{6FC72688-FB61-ACCA-7F30-485E47E432EB}"/>
              </a:ext>
            </a:extLst>
          </p:cNvPr>
          <p:cNvSpPr>
            <a:spLocks noGrp="1"/>
          </p:cNvSpPr>
          <p:nvPr>
            <p:ph idx="1"/>
          </p:nvPr>
        </p:nvSpPr>
        <p:spPr>
          <a:xfrm>
            <a:off x="6108878" y="310896"/>
            <a:ext cx="5257800" cy="2121407"/>
          </a:xfrm>
        </p:spPr>
        <p:txBody>
          <a:bodyPr anchor="ctr">
            <a:normAutofit fontScale="47500" lnSpcReduction="20000"/>
          </a:bodyPr>
          <a:lstStyle/>
          <a:p>
            <a:r>
              <a:rPr lang="en-GB" sz="1600" b="1" dirty="0"/>
              <a:t>P-Values:</a:t>
            </a:r>
            <a:endParaRPr lang="en-GB" sz="1600" dirty="0"/>
          </a:p>
          <a:p>
            <a:pPr>
              <a:buFont typeface="Arial" panose="020B0604020202020204" pitchFamily="34" charset="0"/>
              <a:buChar char="•"/>
            </a:pPr>
            <a:r>
              <a:rPr lang="en-GB" sz="1600" b="1" dirty="0"/>
              <a:t>Definition:</a:t>
            </a:r>
            <a:r>
              <a:rPr lang="en-GB" sz="1600" dirty="0"/>
              <a:t> P-values indicate the probability that the observed relationship between the dependent and independent variables is due to chance. A lower p-value (typically &lt; 0.05) suggests that the relationship is statistically significant.</a:t>
            </a:r>
          </a:p>
          <a:p>
            <a:pPr>
              <a:buFont typeface="Arial" panose="020B0604020202020204" pitchFamily="34" charset="0"/>
              <a:buChar char="•"/>
            </a:pPr>
            <a:r>
              <a:rPr lang="en-GB" sz="1600" b="1" dirty="0"/>
              <a:t>Interpretation:</a:t>
            </a:r>
            <a:r>
              <a:rPr lang="en-GB" sz="1600" dirty="0"/>
              <a:t> In the regression analysis, if the p-value for the Date variable is less than 0.05, it indicates that the relationship between sales and the date is statistically significant, implying that time trends have a meaningful impact on sales.</a:t>
            </a:r>
          </a:p>
          <a:p>
            <a:r>
              <a:rPr lang="en-GB" sz="1600" b="1" dirty="0"/>
              <a:t>R-Squared Value:</a:t>
            </a:r>
            <a:endParaRPr lang="en-GB" sz="1600" dirty="0"/>
          </a:p>
          <a:p>
            <a:pPr>
              <a:buFont typeface="Arial" panose="020B0604020202020204" pitchFamily="34" charset="0"/>
              <a:buChar char="•"/>
            </a:pPr>
            <a:r>
              <a:rPr lang="en-GB" sz="1600" b="1" dirty="0"/>
              <a:t>Definition:</a:t>
            </a:r>
            <a:r>
              <a:rPr lang="en-GB" sz="1600" dirty="0"/>
              <a:t> The R-squared value represents the proportion of variance in the dependent variable (Sales) that is predictable from the independent variable (Date). It ranges from 0 to 1, with higher values indicating a better fit of the model.</a:t>
            </a:r>
          </a:p>
          <a:p>
            <a:pPr>
              <a:buFont typeface="Arial" panose="020B0604020202020204" pitchFamily="34" charset="0"/>
              <a:buChar char="•"/>
            </a:pPr>
            <a:r>
              <a:rPr lang="en-GB" sz="1600" b="1" dirty="0"/>
              <a:t>Interpretation:</a:t>
            </a:r>
            <a:r>
              <a:rPr lang="en-GB" sz="1600" dirty="0"/>
              <a:t> If the R-squared value is, for example, 0.75, this means that 75% of the variance in sales can be explained by the changes in the date. A high R-squared value suggests that the model explains a significant portion of the variability in sales, making it a good predictor for future sales trends.</a:t>
            </a:r>
          </a:p>
          <a:p>
            <a:endParaRPr lang="en-US" sz="2000" dirty="0"/>
          </a:p>
        </p:txBody>
      </p:sp>
      <p:pic>
        <p:nvPicPr>
          <p:cNvPr id="3" name="Content Placeholder 2" descr="A screenshot of a spreadsheet&#10;&#10;Description automatically generated">
            <a:extLst>
              <a:ext uri="{FF2B5EF4-FFF2-40B4-BE49-F238E27FC236}">
                <a16:creationId xmlns:a16="http://schemas.microsoft.com/office/drawing/2014/main" id="{F7777893-1AD9-C946-93CD-9A6E4E454124}"/>
              </a:ext>
            </a:extLst>
          </p:cNvPr>
          <p:cNvPicPr>
            <a:picLocks noChangeAspect="1"/>
          </p:cNvPicPr>
          <p:nvPr/>
        </p:nvPicPr>
        <p:blipFill>
          <a:blip r:embed="rId2"/>
          <a:srcRect t="9836" b="21636"/>
          <a:stretch/>
        </p:blipFill>
        <p:spPr>
          <a:xfrm>
            <a:off x="20" y="2743201"/>
            <a:ext cx="12191979" cy="4114799"/>
          </a:xfrm>
          <a:prstGeom prst="rect">
            <a:avLst/>
          </a:prstGeom>
          <a:effectLst>
            <a:innerShdw blurRad="190500" dist="127000" dir="16200000">
              <a:prstClr val="black">
                <a:alpha val="19000"/>
              </a:prstClr>
            </a:innerShdw>
          </a:effectLst>
        </p:spPr>
      </p:pic>
    </p:spTree>
    <p:extLst>
      <p:ext uri="{BB962C8B-B14F-4D97-AF65-F5344CB8AC3E}">
        <p14:creationId xmlns:p14="http://schemas.microsoft.com/office/powerpoint/2010/main" val="3690328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1">
            <a:extLst>
              <a:ext uri="{FF2B5EF4-FFF2-40B4-BE49-F238E27FC236}">
                <a16:creationId xmlns:a16="http://schemas.microsoft.com/office/drawing/2014/main" id="{FF93924A-10DF-4647-8C7A-115C017577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a:xfrm>
            <a:off x="838201" y="549249"/>
            <a:ext cx="4802249" cy="1671570"/>
          </a:xfrm>
        </p:spPr>
        <p:txBody>
          <a:bodyPr>
            <a:normAutofit/>
          </a:bodyPr>
          <a:lstStyle/>
          <a:p>
            <a:r>
              <a:rPr lang="en-US" sz="3700"/>
              <a:t>Module 4, Lesson 1: Basic Tableau Visualizations</a:t>
            </a:r>
          </a:p>
        </p:txBody>
      </p:sp>
      <p:pic>
        <p:nvPicPr>
          <p:cNvPr id="13" name="Picture 12" descr="A screenshot of a computer&#10;&#10;Description automatically generated">
            <a:extLst>
              <a:ext uri="{FF2B5EF4-FFF2-40B4-BE49-F238E27FC236}">
                <a16:creationId xmlns:a16="http://schemas.microsoft.com/office/drawing/2014/main" id="{6B2145D5-7A54-3B42-A65E-A92005A3DD2E}"/>
              </a:ext>
            </a:extLst>
          </p:cNvPr>
          <p:cNvPicPr>
            <a:picLocks noChangeAspect="1"/>
          </p:cNvPicPr>
          <p:nvPr/>
        </p:nvPicPr>
        <p:blipFill>
          <a:blip r:embed="rId2"/>
          <a:srcRect r="30474" b="4"/>
          <a:stretch/>
        </p:blipFill>
        <p:spPr>
          <a:xfrm>
            <a:off x="5995436" y="1"/>
            <a:ext cx="3016307" cy="2223338"/>
          </a:xfrm>
          <a:prstGeom prst="rect">
            <a:avLst/>
          </a:prstGeom>
        </p:spPr>
      </p:pic>
      <p:pic>
        <p:nvPicPr>
          <p:cNvPr id="11" name="Picture 10" descr="A screenshot of a graph&#10;&#10;Description automatically generated">
            <a:extLst>
              <a:ext uri="{FF2B5EF4-FFF2-40B4-BE49-F238E27FC236}">
                <a16:creationId xmlns:a16="http://schemas.microsoft.com/office/drawing/2014/main" id="{8B954C72-2743-C545-81D3-2EC10624C5A3}"/>
              </a:ext>
            </a:extLst>
          </p:cNvPr>
          <p:cNvPicPr>
            <a:picLocks noChangeAspect="1"/>
          </p:cNvPicPr>
          <p:nvPr/>
        </p:nvPicPr>
        <p:blipFill>
          <a:blip r:embed="rId3"/>
          <a:srcRect r="3894" b="5"/>
          <a:stretch/>
        </p:blipFill>
        <p:spPr>
          <a:xfrm>
            <a:off x="9188878" y="10"/>
            <a:ext cx="3003123" cy="1679499"/>
          </a:xfrm>
          <a:prstGeom prst="rect">
            <a:avLst/>
          </a:prstGeom>
        </p:spPr>
      </p:pic>
      <p:sp>
        <p:nvSpPr>
          <p:cNvPr id="27" name="Content Placeholder 18">
            <a:extLst>
              <a:ext uri="{FF2B5EF4-FFF2-40B4-BE49-F238E27FC236}">
                <a16:creationId xmlns:a16="http://schemas.microsoft.com/office/drawing/2014/main" id="{84F1EC5E-69E2-3B95-A027-5EAFD975ECB1}"/>
              </a:ext>
            </a:extLst>
          </p:cNvPr>
          <p:cNvSpPr>
            <a:spLocks noGrp="1"/>
          </p:cNvSpPr>
          <p:nvPr>
            <p:ph idx="1"/>
          </p:nvPr>
        </p:nvSpPr>
        <p:spPr>
          <a:xfrm>
            <a:off x="838201" y="2384215"/>
            <a:ext cx="4802249" cy="3744871"/>
          </a:xfrm>
        </p:spPr>
        <p:txBody>
          <a:bodyPr>
            <a:normAutofit fontScale="92500" lnSpcReduction="10000"/>
          </a:bodyPr>
          <a:lstStyle/>
          <a:p>
            <a:r>
              <a:rPr lang="en-GB" sz="1600" b="1" dirty="0"/>
              <a:t>Line Chart:</a:t>
            </a:r>
            <a:r>
              <a:rPr lang="en-GB" sz="1600" dirty="0"/>
              <a:t> Displays trends over time, allowing the identification of patterns and shifts in sales. This helps in understanding seasonal variations and the impact of time on sales performance.</a:t>
            </a:r>
          </a:p>
          <a:p>
            <a:r>
              <a:rPr lang="en-GB" sz="1600" b="1" dirty="0"/>
              <a:t>Bar Chart:</a:t>
            </a:r>
            <a:r>
              <a:rPr lang="en-GB" sz="1600" dirty="0"/>
              <a:t> Provides a clear comparison of total sales across different stores or cities, helping to pinpoint high and low-performing locations.</a:t>
            </a:r>
          </a:p>
          <a:p>
            <a:r>
              <a:rPr lang="en-GB" sz="1600" b="1" dirty="0"/>
              <a:t>Scatter Plot:</a:t>
            </a:r>
            <a:r>
              <a:rPr lang="en-GB" sz="1600" dirty="0"/>
              <a:t> Shows the relationship between sales and stock levels, with revenue represented by </a:t>
            </a:r>
            <a:r>
              <a:rPr lang="en-GB" sz="1600" dirty="0" err="1"/>
              <a:t>color</a:t>
            </a:r>
            <a:r>
              <a:rPr lang="en-GB" sz="1600" dirty="0"/>
              <a:t> and stock levels by size. This aids in identifying potential correlations and outliers.</a:t>
            </a:r>
          </a:p>
          <a:p>
            <a:r>
              <a:rPr lang="en-GB" sz="1600" b="1" dirty="0"/>
              <a:t>Packed Bubbles Chart:</a:t>
            </a:r>
            <a:r>
              <a:rPr lang="en-GB" sz="1600" dirty="0"/>
              <a:t> Visualizes sales data in a hierarchical manner, with bubble sizes representing sales volumes and </a:t>
            </a:r>
            <a:r>
              <a:rPr lang="en-GB" sz="1600" dirty="0" err="1"/>
              <a:t>colors</a:t>
            </a:r>
            <a:r>
              <a:rPr lang="en-GB" sz="1600" dirty="0"/>
              <a:t> indicating categories or regions. This chart is useful for seeing the distribution of sales among different products and stores.</a:t>
            </a:r>
            <a:endParaRPr lang="en-US" sz="2000" dirty="0"/>
          </a:p>
        </p:txBody>
      </p:sp>
      <p:pic>
        <p:nvPicPr>
          <p:cNvPr id="3" name="Content Placeholder 2" descr="A screenshot of a computer&#10;&#10;Description automatically generated">
            <a:extLst>
              <a:ext uri="{FF2B5EF4-FFF2-40B4-BE49-F238E27FC236}">
                <a16:creationId xmlns:a16="http://schemas.microsoft.com/office/drawing/2014/main" id="{26021DDD-1FC5-5E46-8305-2D2908BB1240}"/>
              </a:ext>
            </a:extLst>
          </p:cNvPr>
          <p:cNvPicPr>
            <a:picLocks noChangeAspect="1"/>
          </p:cNvPicPr>
          <p:nvPr/>
        </p:nvPicPr>
        <p:blipFill>
          <a:blip r:embed="rId4"/>
          <a:srcRect t="26942" r="4" b="6398"/>
          <a:stretch/>
        </p:blipFill>
        <p:spPr>
          <a:xfrm>
            <a:off x="5995437" y="2384215"/>
            <a:ext cx="3016307" cy="2234180"/>
          </a:xfrm>
          <a:prstGeom prst="rect">
            <a:avLst/>
          </a:prstGeom>
        </p:spPr>
      </p:pic>
      <p:pic>
        <p:nvPicPr>
          <p:cNvPr id="15" name="Picture 14" descr="A screenshot of a computer&#10;&#10;Description automatically generated">
            <a:extLst>
              <a:ext uri="{FF2B5EF4-FFF2-40B4-BE49-F238E27FC236}">
                <a16:creationId xmlns:a16="http://schemas.microsoft.com/office/drawing/2014/main" id="{E3506ED3-344F-8544-B30F-630C7209F9A9}"/>
              </a:ext>
            </a:extLst>
          </p:cNvPr>
          <p:cNvPicPr>
            <a:picLocks noChangeAspect="1"/>
          </p:cNvPicPr>
          <p:nvPr/>
        </p:nvPicPr>
        <p:blipFill>
          <a:blip r:embed="rId5"/>
          <a:srcRect r="24741" b="2"/>
          <a:stretch/>
        </p:blipFill>
        <p:spPr>
          <a:xfrm>
            <a:off x="9188877" y="1843285"/>
            <a:ext cx="3003123" cy="2064985"/>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D96AF0C3-0A19-1D46-8714-64D82E3F9825}"/>
              </a:ext>
            </a:extLst>
          </p:cNvPr>
          <p:cNvPicPr>
            <a:picLocks noChangeAspect="1"/>
          </p:cNvPicPr>
          <p:nvPr/>
        </p:nvPicPr>
        <p:blipFill>
          <a:blip r:embed="rId6"/>
          <a:srcRect l="17134" r="3731" b="-5"/>
          <a:stretch/>
        </p:blipFill>
        <p:spPr>
          <a:xfrm>
            <a:off x="5995436" y="4790113"/>
            <a:ext cx="3016307" cy="2067887"/>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067E1CB3-BB64-4C41-8C07-3A91FFA97401}"/>
              </a:ext>
            </a:extLst>
          </p:cNvPr>
          <p:cNvPicPr>
            <a:picLocks noChangeAspect="1"/>
          </p:cNvPicPr>
          <p:nvPr/>
        </p:nvPicPr>
        <p:blipFill>
          <a:blip r:embed="rId7"/>
          <a:srcRect t="6174" r="6" b="2947"/>
          <a:stretch/>
        </p:blipFill>
        <p:spPr>
          <a:xfrm>
            <a:off x="9188878" y="4079988"/>
            <a:ext cx="3003123" cy="2778013"/>
          </a:xfrm>
          <a:prstGeom prst="rect">
            <a:avLst/>
          </a:prstGeom>
        </p:spPr>
      </p:pic>
    </p:spTree>
    <p:extLst>
      <p:ext uri="{BB962C8B-B14F-4D97-AF65-F5344CB8AC3E}">
        <p14:creationId xmlns:p14="http://schemas.microsoft.com/office/powerpoint/2010/main" val="2775303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4F2FC05-7D27-410F-BDA9-ADF4831368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9080D120-BD54-46E1-BA37-82F5E8089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3" y="633619"/>
            <a:ext cx="5457817"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a:xfrm>
            <a:off x="838198" y="978408"/>
            <a:ext cx="4607052" cy="1106424"/>
          </a:xfrm>
        </p:spPr>
        <p:txBody>
          <a:bodyPr>
            <a:normAutofit/>
          </a:bodyPr>
          <a:lstStyle/>
          <a:p>
            <a:r>
              <a:rPr lang="en-US" sz="2200"/>
              <a:t>Module 4, Lesson 2: Advanced Visualizations Using Tableau</a:t>
            </a:r>
          </a:p>
        </p:txBody>
      </p:sp>
      <p:sp>
        <p:nvSpPr>
          <p:cNvPr id="18" name="Rectangle 17">
            <a:extLst>
              <a:ext uri="{FF2B5EF4-FFF2-40B4-BE49-F238E27FC236}">
                <a16:creationId xmlns:a16="http://schemas.microsoft.com/office/drawing/2014/main" id="{81D83946-74FA-498A-AC80-9926F041B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5060D983-8B52-443A-8183-2A1DE0561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6" y="2185416"/>
            <a:ext cx="4446484"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Content Placeholder 10">
            <a:extLst>
              <a:ext uri="{FF2B5EF4-FFF2-40B4-BE49-F238E27FC236}">
                <a16:creationId xmlns:a16="http://schemas.microsoft.com/office/drawing/2014/main" id="{0787E4E5-D769-A116-81DC-1F9CA58FBBBD}"/>
              </a:ext>
            </a:extLst>
          </p:cNvPr>
          <p:cNvSpPr>
            <a:spLocks noGrp="1"/>
          </p:cNvSpPr>
          <p:nvPr>
            <p:ph idx="1"/>
          </p:nvPr>
        </p:nvSpPr>
        <p:spPr>
          <a:xfrm>
            <a:off x="841246" y="2368296"/>
            <a:ext cx="4607052" cy="3502152"/>
          </a:xfrm>
        </p:spPr>
        <p:txBody>
          <a:bodyPr>
            <a:normAutofit/>
          </a:bodyPr>
          <a:lstStyle/>
          <a:p>
            <a:r>
              <a:rPr lang="en-GB" sz="1400" b="1" dirty="0"/>
              <a:t>Dashboard with All Worksheets Added and Arranged:</a:t>
            </a:r>
            <a:r>
              <a:rPr lang="en-GB" sz="1400" dirty="0"/>
              <a:t> The dashboard integrates various visualizations, providing a comprehensive view of the sales performance. This consolidated view allows stakeholders to quickly access and interpret multiple data aspects in one place.</a:t>
            </a:r>
          </a:p>
          <a:p>
            <a:r>
              <a:rPr lang="en-GB" sz="1400" b="1" dirty="0"/>
              <a:t>Filter Dashboard Action:</a:t>
            </a:r>
            <a:r>
              <a:rPr lang="en-GB" sz="1400" dirty="0"/>
              <a:t> By implementing filter actions, users can interactively explore data subsets, such as focusing on specific regions or products. This dynamic filtering capability supports detailed analysis and more precise decision-making based on targeted insights.</a:t>
            </a:r>
            <a:endParaRPr lang="en-US" sz="1800" dirty="0"/>
          </a:p>
        </p:txBody>
      </p:sp>
      <p:pic>
        <p:nvPicPr>
          <p:cNvPr id="3" name="Content Placeholder 2" descr="A screenshot of a computer&#10;&#10;Description automatically generated">
            <a:extLst>
              <a:ext uri="{FF2B5EF4-FFF2-40B4-BE49-F238E27FC236}">
                <a16:creationId xmlns:a16="http://schemas.microsoft.com/office/drawing/2014/main" id="{C0B88421-0065-7E4F-AD76-80260006AA56}"/>
              </a:ext>
            </a:extLst>
          </p:cNvPr>
          <p:cNvPicPr>
            <a:picLocks noChangeAspect="1"/>
          </p:cNvPicPr>
          <p:nvPr/>
        </p:nvPicPr>
        <p:blipFill>
          <a:blip r:embed="rId2"/>
          <a:srcRect l="10511" r="4045" b="-1"/>
          <a:stretch/>
        </p:blipFill>
        <p:spPr>
          <a:xfrm>
            <a:off x="6324599" y="10"/>
            <a:ext cx="5457817" cy="3337549"/>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8776DF21-040E-D54F-9FFC-F46B26D93431}"/>
              </a:ext>
            </a:extLst>
          </p:cNvPr>
          <p:cNvPicPr>
            <a:picLocks noChangeAspect="1"/>
          </p:cNvPicPr>
          <p:nvPr/>
        </p:nvPicPr>
        <p:blipFill>
          <a:blip r:embed="rId3"/>
          <a:srcRect r="17009" b="-1"/>
          <a:stretch/>
        </p:blipFill>
        <p:spPr>
          <a:xfrm>
            <a:off x="6324590" y="3520439"/>
            <a:ext cx="5457817" cy="3337561"/>
          </a:xfrm>
          <a:prstGeom prst="rect">
            <a:avLst/>
          </a:prstGeom>
        </p:spPr>
      </p:pic>
    </p:spTree>
    <p:extLst>
      <p:ext uri="{BB962C8B-B14F-4D97-AF65-F5344CB8AC3E}">
        <p14:creationId xmlns:p14="http://schemas.microsoft.com/office/powerpoint/2010/main" val="3451374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838200" y="2193064"/>
            <a:ext cx="10515599" cy="2852737"/>
          </a:xfrm>
        </p:spPr>
        <p:txBody>
          <a:bodyPr/>
          <a:lstStyle/>
          <a:p>
            <a:pPr algn="ctr"/>
            <a:r>
              <a:rPr lang="en-US" dirty="0"/>
              <a:t>Discussion</a:t>
            </a:r>
          </a:p>
        </p:txBody>
      </p:sp>
      <p:pic>
        <p:nvPicPr>
          <p:cNvPr id="2" name="Picture 1">
            <a:extLst>
              <a:ext uri="{FF2B5EF4-FFF2-40B4-BE49-F238E27FC236}">
                <a16:creationId xmlns:a16="http://schemas.microsoft.com/office/drawing/2014/main" id="{02BB584D-563E-8615-8297-21E0DA2953EC}"/>
              </a:ext>
            </a:extLst>
          </p:cNvPr>
          <p:cNvPicPr>
            <a:picLocks noChangeAspect="1"/>
          </p:cNvPicPr>
          <p:nvPr/>
        </p:nvPicPr>
        <p:blipFill>
          <a:blip r:embed="rId2"/>
          <a:stretch>
            <a:fillRect/>
          </a:stretch>
        </p:blipFill>
        <p:spPr>
          <a:xfrm>
            <a:off x="4711700" y="1720488"/>
            <a:ext cx="2768600" cy="2476500"/>
          </a:xfrm>
          <a:prstGeom prst="rect">
            <a:avLst/>
          </a:prstGeom>
        </p:spPr>
      </p:pic>
    </p:spTree>
    <p:extLst>
      <p:ext uri="{BB962C8B-B14F-4D97-AF65-F5344CB8AC3E}">
        <p14:creationId xmlns:p14="http://schemas.microsoft.com/office/powerpoint/2010/main" val="420836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p:txBody>
          <a:bodyPr/>
          <a:lstStyle/>
          <a:p>
            <a:r>
              <a:rPr lang="en-US" dirty="0"/>
              <a:t>Insights and Recommendations</a:t>
            </a:r>
          </a:p>
        </p:txBody>
      </p:sp>
      <p:sp>
        <p:nvSpPr>
          <p:cNvPr id="5" name="Content Placeholder 4">
            <a:extLst>
              <a:ext uri="{FF2B5EF4-FFF2-40B4-BE49-F238E27FC236}">
                <a16:creationId xmlns:a16="http://schemas.microsoft.com/office/drawing/2014/main" id="{28072E42-DDEE-F140-AB06-21CFED9B6549}"/>
              </a:ext>
            </a:extLst>
          </p:cNvPr>
          <p:cNvSpPr>
            <a:spLocks noGrp="1"/>
          </p:cNvSpPr>
          <p:nvPr>
            <p:ph idx="1"/>
          </p:nvPr>
        </p:nvSpPr>
        <p:spPr/>
        <p:txBody>
          <a:bodyPr vert="horz" lIns="91440" tIns="45720" rIns="91440" bIns="45720" rtlCol="0">
            <a:normAutofit/>
          </a:bodyPr>
          <a:lstStyle/>
          <a:p>
            <a:r>
              <a:rPr lang="en-GB" sz="1400" b="1" dirty="0"/>
              <a:t>Key Insights:</a:t>
            </a:r>
            <a:endParaRPr lang="en-GB" sz="1400" dirty="0"/>
          </a:p>
          <a:p>
            <a:pPr>
              <a:buFont typeface="+mj-lt"/>
              <a:buAutoNum type="arabicPeriod"/>
            </a:pPr>
            <a:r>
              <a:rPr lang="en-GB" sz="1400" b="1" dirty="0"/>
              <a:t>Sales Performance:</a:t>
            </a:r>
            <a:r>
              <a:rPr lang="en-GB" sz="1400" dirty="0"/>
              <a:t> Identified high and low-performing stores and products, helping focus resources where they are most effective.</a:t>
            </a:r>
          </a:p>
          <a:p>
            <a:pPr>
              <a:buFont typeface="+mj-lt"/>
              <a:buAutoNum type="arabicPeriod"/>
            </a:pPr>
            <a:r>
              <a:rPr lang="en-GB" sz="1400" b="1" dirty="0"/>
              <a:t>Stock Levels Impact:</a:t>
            </a:r>
            <a:r>
              <a:rPr lang="en-GB" sz="1400" dirty="0"/>
              <a:t> Higher stock levels generally lead to higher sales, highlighting the need for better inventory management.</a:t>
            </a:r>
          </a:p>
          <a:p>
            <a:pPr>
              <a:buFont typeface="+mj-lt"/>
              <a:buAutoNum type="arabicPeriod"/>
            </a:pPr>
            <a:r>
              <a:rPr lang="en-GB" sz="1400" b="1" dirty="0"/>
              <a:t>Seasonal and Regional Trends:</a:t>
            </a:r>
            <a:r>
              <a:rPr lang="en-GB" sz="1400" dirty="0"/>
              <a:t> Sales trends vary by season and region, suggesting targeted marketing and preparation for peak periods.</a:t>
            </a:r>
          </a:p>
          <a:p>
            <a:r>
              <a:rPr lang="en-GB" sz="1400" b="1" dirty="0"/>
              <a:t>Effectiveness of the Presentation:</a:t>
            </a:r>
            <a:endParaRPr lang="en-GB" sz="1400" dirty="0"/>
          </a:p>
          <a:p>
            <a:r>
              <a:rPr lang="en-GB" sz="1400" dirty="0"/>
              <a:t>The presentation uses clear visualizations (line, bar, scatter, and packed bubbles charts) and dashboards to make complex data easily understandable, aiding stakeholders in quick decision-making.</a:t>
            </a:r>
          </a:p>
          <a:p>
            <a:r>
              <a:rPr lang="en-GB" sz="1400" b="1" dirty="0"/>
              <a:t>Recommendations:</a:t>
            </a:r>
            <a:endParaRPr lang="en-GB" sz="1400" dirty="0"/>
          </a:p>
          <a:p>
            <a:pPr>
              <a:buFont typeface="+mj-lt"/>
              <a:buAutoNum type="arabicPeriod"/>
            </a:pPr>
            <a:r>
              <a:rPr lang="en-GB" sz="1400" b="1" dirty="0"/>
              <a:t>Optimize Inventory:</a:t>
            </a:r>
            <a:r>
              <a:rPr lang="en-GB" sz="1400" dirty="0"/>
              <a:t> Align stock levels with demand to boost sales.</a:t>
            </a:r>
          </a:p>
          <a:p>
            <a:pPr>
              <a:buFont typeface="+mj-lt"/>
              <a:buAutoNum type="arabicPeriod"/>
            </a:pPr>
            <a:r>
              <a:rPr lang="en-GB" sz="1400" b="1" dirty="0"/>
              <a:t>Focus Resources:</a:t>
            </a:r>
            <a:r>
              <a:rPr lang="en-GB" sz="1400" dirty="0"/>
              <a:t> Invest in successful regions and products while improving weaker areas.</a:t>
            </a:r>
          </a:p>
          <a:p>
            <a:pPr>
              <a:buFont typeface="+mj-lt"/>
              <a:buAutoNum type="arabicPeriod"/>
            </a:pPr>
            <a:r>
              <a:rPr lang="en-GB" sz="1400" b="1" dirty="0"/>
              <a:t>Prepare for Peaks:</a:t>
            </a:r>
            <a:r>
              <a:rPr lang="en-GB" sz="1400" dirty="0"/>
              <a:t> Adjust inventory and marketing for peak seasons based on historical trends.</a:t>
            </a:r>
          </a:p>
          <a:p>
            <a:pPr>
              <a:buFont typeface="+mj-lt"/>
              <a:buAutoNum type="arabicPeriod"/>
            </a:pPr>
            <a:r>
              <a:rPr lang="en-GB" sz="1400" b="1" dirty="0"/>
              <a:t>Data-Driven Decisions:</a:t>
            </a:r>
            <a:r>
              <a:rPr lang="en-GB" sz="1400" dirty="0"/>
              <a:t> Continue using insights to guide strategic planning.</a:t>
            </a:r>
          </a:p>
          <a:p>
            <a:pPr marL="342900" indent="-342900">
              <a:lnSpc>
                <a:spcPct val="115000"/>
              </a:lnSpc>
              <a:buFont typeface="Symbol" pitchFamily="2" charset="2"/>
              <a:buChar char="·"/>
            </a:pPr>
            <a:endParaRPr lang="en-IN" sz="1800" kern="100" dirty="0">
              <a:solidFill>
                <a:srgbClr val="000000"/>
              </a:solidFill>
              <a:ea typeface="Helvetica Neue" panose="02000503000000020004" pitchFamily="2" charset="0"/>
            </a:endParaRPr>
          </a:p>
        </p:txBody>
      </p:sp>
    </p:spTree>
    <p:extLst>
      <p:ext uri="{BB962C8B-B14F-4D97-AF65-F5344CB8AC3E}">
        <p14:creationId xmlns:p14="http://schemas.microsoft.com/office/powerpoint/2010/main" val="29715156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838200" y="2193064"/>
            <a:ext cx="10515599" cy="2852737"/>
          </a:xfrm>
        </p:spPr>
        <p:txBody>
          <a:bodyPr/>
          <a:lstStyle/>
          <a:p>
            <a:pPr algn="ctr"/>
            <a:r>
              <a:rPr lang="en-US" dirty="0"/>
              <a:t>Conclusion</a:t>
            </a:r>
          </a:p>
        </p:txBody>
      </p:sp>
      <p:pic>
        <p:nvPicPr>
          <p:cNvPr id="8194" name="Picture 2" descr="Оutcome . Vector linear icon on a white background.">
            <a:extLst>
              <a:ext uri="{FF2B5EF4-FFF2-40B4-BE49-F238E27FC236}">
                <a16:creationId xmlns:a16="http://schemas.microsoft.com/office/drawing/2014/main" id="{EF06D9A6-4D21-135F-20F3-0F30A514A8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522" t="23552" r="23896" b="26988"/>
          <a:stretch/>
        </p:blipFill>
        <p:spPr bwMode="auto">
          <a:xfrm>
            <a:off x="4900747" y="1841863"/>
            <a:ext cx="2390503" cy="2206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5356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p:txBody>
          <a:bodyPr/>
          <a:lstStyle/>
          <a:p>
            <a:r>
              <a:rPr lang="en-US" dirty="0"/>
              <a:t>Summary</a:t>
            </a:r>
          </a:p>
        </p:txBody>
      </p:sp>
      <p:sp>
        <p:nvSpPr>
          <p:cNvPr id="5" name="Content Placeholder 4">
            <a:extLst>
              <a:ext uri="{FF2B5EF4-FFF2-40B4-BE49-F238E27FC236}">
                <a16:creationId xmlns:a16="http://schemas.microsoft.com/office/drawing/2014/main" id="{28072E42-DDEE-F140-AB06-21CFED9B6549}"/>
              </a:ext>
            </a:extLst>
          </p:cNvPr>
          <p:cNvSpPr>
            <a:spLocks noGrp="1"/>
          </p:cNvSpPr>
          <p:nvPr>
            <p:ph idx="1"/>
          </p:nvPr>
        </p:nvSpPr>
        <p:spPr/>
        <p:txBody>
          <a:bodyPr vert="horz" lIns="91440" tIns="45720" rIns="91440" bIns="45720" rtlCol="0">
            <a:normAutofit/>
          </a:bodyPr>
          <a:lstStyle/>
          <a:p>
            <a:r>
              <a:rPr lang="en-GB" sz="1400" b="1" dirty="0"/>
              <a:t>Main Findings:</a:t>
            </a:r>
            <a:endParaRPr lang="en-GB" sz="1400" dirty="0"/>
          </a:p>
          <a:p>
            <a:pPr>
              <a:buFont typeface="+mj-lt"/>
              <a:buAutoNum type="arabicPeriod"/>
            </a:pPr>
            <a:r>
              <a:rPr lang="en-GB" sz="1400" b="1" dirty="0"/>
              <a:t>Sales Trends:</a:t>
            </a:r>
            <a:r>
              <a:rPr lang="en-GB" sz="1400" dirty="0"/>
              <a:t> Identified regional variations and peak sales periods.</a:t>
            </a:r>
          </a:p>
          <a:p>
            <a:pPr>
              <a:buFont typeface="+mj-lt"/>
              <a:buAutoNum type="arabicPeriod"/>
            </a:pPr>
            <a:r>
              <a:rPr lang="en-GB" sz="1400" b="1" dirty="0"/>
              <a:t>Stock vs. Sales:</a:t>
            </a:r>
            <a:r>
              <a:rPr lang="en-GB" sz="1400" dirty="0"/>
              <a:t> Higher stock levels correlate with increased sales.</a:t>
            </a:r>
          </a:p>
          <a:p>
            <a:pPr>
              <a:buFont typeface="+mj-lt"/>
              <a:buAutoNum type="arabicPeriod"/>
            </a:pPr>
            <a:r>
              <a:rPr lang="en-GB" sz="1400" b="1" dirty="0"/>
              <a:t>Product Performance:</a:t>
            </a:r>
            <a:r>
              <a:rPr lang="en-GB" sz="1400" dirty="0"/>
              <a:t> Key products significantly impact revenue.</a:t>
            </a:r>
          </a:p>
          <a:p>
            <a:pPr>
              <a:buFont typeface="+mj-lt"/>
              <a:buAutoNum type="arabicPeriod"/>
            </a:pPr>
            <a:r>
              <a:rPr lang="en-GB" sz="1400" b="1" dirty="0"/>
              <a:t>Seasonal Patterns:</a:t>
            </a:r>
            <a:r>
              <a:rPr lang="en-GB" sz="1400" dirty="0"/>
              <a:t> Noted fluctuations requiring adjusted strategies.</a:t>
            </a:r>
          </a:p>
          <a:p>
            <a:r>
              <a:rPr lang="en-GB" sz="1400" b="1" dirty="0"/>
              <a:t>Conclusions:</a:t>
            </a:r>
            <a:endParaRPr lang="en-GB" sz="1400" dirty="0"/>
          </a:p>
          <a:p>
            <a:pPr>
              <a:buFont typeface="Arial" panose="020B0604020202020204" pitchFamily="34" charset="0"/>
              <a:buChar char="•"/>
            </a:pPr>
            <a:r>
              <a:rPr lang="en-GB" sz="1400" b="1" dirty="0"/>
              <a:t>Optimize Stock:</a:t>
            </a:r>
            <a:r>
              <a:rPr lang="en-GB" sz="1400" dirty="0"/>
              <a:t> Improve inventory to boost sales.</a:t>
            </a:r>
          </a:p>
          <a:p>
            <a:pPr>
              <a:buFont typeface="Arial" panose="020B0604020202020204" pitchFamily="34" charset="0"/>
              <a:buChar char="•"/>
            </a:pPr>
            <a:r>
              <a:rPr lang="en-GB" sz="1400" b="1" dirty="0"/>
              <a:t>Target High-Performing Areas:</a:t>
            </a:r>
            <a:r>
              <a:rPr lang="en-GB" sz="1400" dirty="0"/>
              <a:t> Focus on successful regions and products.</a:t>
            </a:r>
          </a:p>
          <a:p>
            <a:pPr>
              <a:buFont typeface="Arial" panose="020B0604020202020204" pitchFamily="34" charset="0"/>
              <a:buChar char="•"/>
            </a:pPr>
            <a:r>
              <a:rPr lang="en-GB" sz="1400" b="1" dirty="0"/>
              <a:t>Prepare for Peaks:</a:t>
            </a:r>
            <a:r>
              <a:rPr lang="en-GB" sz="1400" dirty="0"/>
              <a:t> Adjust strategies for seasonal trends.</a:t>
            </a:r>
          </a:p>
          <a:p>
            <a:pPr>
              <a:buFont typeface="Arial" panose="020B0604020202020204" pitchFamily="34" charset="0"/>
              <a:buChar char="•"/>
            </a:pPr>
            <a:r>
              <a:rPr lang="en-GB" sz="1400" b="1" dirty="0"/>
              <a:t>Data-Driven Decisions:</a:t>
            </a:r>
            <a:r>
              <a:rPr lang="en-GB" sz="1400" dirty="0"/>
              <a:t> Use insights to enhance business performance.</a:t>
            </a:r>
          </a:p>
          <a:p>
            <a:r>
              <a:rPr lang="en-GB" sz="1400" b="1" dirty="0"/>
              <a:t>Appendix:</a:t>
            </a:r>
            <a:endParaRPr lang="en-GB" sz="1400" dirty="0"/>
          </a:p>
          <a:p>
            <a:pPr>
              <a:buFont typeface="Arial" panose="020B0604020202020204" pitchFamily="34" charset="0"/>
              <a:buChar char="•"/>
            </a:pPr>
            <a:r>
              <a:rPr lang="en-GB" sz="1400" dirty="0"/>
              <a:t>Charts &amp; Tables: Include relevant visualizations and data tables from the analysis.</a:t>
            </a:r>
          </a:p>
          <a:p>
            <a:pPr marL="342900" lvl="0" indent="-342900">
              <a:lnSpc>
                <a:spcPct val="115000"/>
              </a:lnSpc>
              <a:spcAft>
                <a:spcPts val="800"/>
              </a:spcAft>
              <a:buFont typeface="Symbol" pitchFamily="2" charset="2"/>
              <a:buChar char="·"/>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603056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838200" y="2193064"/>
            <a:ext cx="10515599" cy="2852737"/>
          </a:xfrm>
        </p:spPr>
        <p:txBody>
          <a:bodyPr/>
          <a:lstStyle/>
          <a:p>
            <a:pPr algn="ctr"/>
            <a:r>
              <a:rPr lang="en-US" dirty="0"/>
              <a:t>Appendix</a:t>
            </a:r>
          </a:p>
        </p:txBody>
      </p:sp>
      <p:pic>
        <p:nvPicPr>
          <p:cNvPr id="10242" name="Picture 2" descr="Attached document paper outline icon. linear style sign for mobile concept and web design. Report simple line vector icon. Symbol, logo illustration. Pixel perfect vector graphics">
            <a:extLst>
              <a:ext uri="{FF2B5EF4-FFF2-40B4-BE49-F238E27FC236}">
                <a16:creationId xmlns:a16="http://schemas.microsoft.com/office/drawing/2014/main" id="{83A6373C-BF27-59D1-C81E-0BE7699BD4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778" t="24192" r="26698" b="23999"/>
          <a:stretch/>
        </p:blipFill>
        <p:spPr bwMode="auto">
          <a:xfrm>
            <a:off x="5342709" y="2090056"/>
            <a:ext cx="1815737" cy="2066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72711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p:txBody>
          <a:bodyPr/>
          <a:lstStyle/>
          <a:p>
            <a:r>
              <a:rPr lang="en-US" dirty="0"/>
              <a:t>Appendix #</a:t>
            </a:r>
          </a:p>
        </p:txBody>
      </p:sp>
      <p:sp>
        <p:nvSpPr>
          <p:cNvPr id="5" name="Content Placeholder 4">
            <a:extLst>
              <a:ext uri="{FF2B5EF4-FFF2-40B4-BE49-F238E27FC236}">
                <a16:creationId xmlns:a16="http://schemas.microsoft.com/office/drawing/2014/main" id="{28072E42-DDEE-F140-AB06-21CFED9B6549}"/>
              </a:ext>
            </a:extLst>
          </p:cNvPr>
          <p:cNvSpPr>
            <a:spLocks noGrp="1"/>
          </p:cNvSpPr>
          <p:nvPr>
            <p:ph idx="1"/>
          </p:nvPr>
        </p:nvSpPr>
        <p:spPr/>
        <p:txBody>
          <a:bodyPr vert="horz" lIns="91440" tIns="45720" rIns="91440" bIns="45720" rtlCol="0">
            <a:normAutofit/>
          </a:bodyPr>
          <a:lstStyle/>
          <a:p>
            <a:pPr marL="0" lvl="0" indent="0">
              <a:lnSpc>
                <a:spcPct val="115000"/>
              </a:lnSpc>
              <a:spcAft>
                <a:spcPts val="800"/>
              </a:spcAft>
              <a:buNone/>
            </a:pPr>
            <a:r>
              <a:rPr lang="en-US" sz="1800" dirty="0">
                <a:effectLst/>
                <a:latin typeface="Arial" panose="020B0604020202020204" pitchFamily="34" charset="0"/>
                <a:ea typeface="Arial" panose="020B0604020202020204" pitchFamily="34" charset="0"/>
              </a:rPr>
              <a:t>Include any relevant additional charts, worksheets, or tables that you may have created during the analysis phase</a:t>
            </a:r>
            <a:r>
              <a:rPr lang="en-IN" sz="1400" dirty="0">
                <a:effectLst/>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9359552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1032</TotalTime>
  <Words>2069</Words>
  <Application>Microsoft Macintosh PowerPoint</Application>
  <PresentationFormat>Widescreen</PresentationFormat>
  <Paragraphs>105</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Arial</vt:lpstr>
      <vt:lpstr>Calibri</vt:lpstr>
      <vt:lpstr>Symbol</vt:lpstr>
      <vt:lpstr>Office Theme</vt:lpstr>
      <vt:lpstr>Sales Performance Analysis of Retail Chain</vt:lpstr>
      <vt:lpstr>Business Scenario</vt:lpstr>
      <vt:lpstr>Table of Contents</vt:lpstr>
      <vt:lpstr>Introduction</vt:lpstr>
      <vt:lpstr>Introduction</vt:lpstr>
      <vt:lpstr>Methodology</vt:lpstr>
      <vt:lpstr>Data Details</vt:lpstr>
      <vt:lpstr>Module 1: Data Cleaning and Preparation Using Excel </vt:lpstr>
      <vt:lpstr>Module 2: Data Querying and Analysis Using PostgreSQL </vt:lpstr>
      <vt:lpstr>Module 3: Data Visualization and Statistical Analysis </vt:lpstr>
      <vt:lpstr>Module 4: Data Visualization and Dashboards Using Tableau</vt:lpstr>
      <vt:lpstr>Results</vt:lpstr>
      <vt:lpstr>Module 1, Lesson 1: Data Cleaning and Preparation</vt:lpstr>
      <vt:lpstr>Module 1, Lesson 2: Data Analysis Using Pivot Tables</vt:lpstr>
      <vt:lpstr>Module 2, Lesson 1: Data Querying Using PostgreSQL </vt:lpstr>
      <vt:lpstr>Module 2, Lesson 2: Data Analysis Using PostgreSQL </vt:lpstr>
      <vt:lpstr>Module 3, Lesson 1: Data Visualization Using Excel</vt:lpstr>
      <vt:lpstr>Module 3, Lesson 2: Statistical Analysis</vt:lpstr>
      <vt:lpstr>Module 4, Lesson 1: Basic Tableau Visualizations</vt:lpstr>
      <vt:lpstr>Module 4, Lesson 2: Advanced Visualizations Using Tableau</vt:lpstr>
      <vt:lpstr>Discussion</vt:lpstr>
      <vt:lpstr>Insights and Recommendations</vt:lpstr>
      <vt:lpstr>Conclusion</vt:lpstr>
      <vt:lpstr>Summary</vt:lpstr>
      <vt:lpstr>Appendix</vt:lpstr>
      <vt:lpstr>Appendix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sangeeta srinivasan</dc:creator>
  <cp:lastModifiedBy>Sokratis Efthymiou</cp:lastModifiedBy>
  <cp:revision>2</cp:revision>
  <dcterms:created xsi:type="dcterms:W3CDTF">2024-04-22T14:20:24Z</dcterms:created>
  <dcterms:modified xsi:type="dcterms:W3CDTF">2024-08-10T15:02:11Z</dcterms:modified>
</cp:coreProperties>
</file>